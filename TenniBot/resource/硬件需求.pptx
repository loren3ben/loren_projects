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4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6C45C-C3BC-45D3-BF27-8FC77528CB40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4BC8-EA6B-47B8-A834-7C14C017D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982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6C45C-C3BC-45D3-BF27-8FC77528CB40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4BC8-EA6B-47B8-A834-7C14C017D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152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6C45C-C3BC-45D3-BF27-8FC77528CB40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4BC8-EA6B-47B8-A834-7C14C017D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70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6C45C-C3BC-45D3-BF27-8FC77528CB40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4BC8-EA6B-47B8-A834-7C14C017D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548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6C45C-C3BC-45D3-BF27-8FC77528CB40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4BC8-EA6B-47B8-A834-7C14C017D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770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6C45C-C3BC-45D3-BF27-8FC77528CB40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4BC8-EA6B-47B8-A834-7C14C017D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000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6C45C-C3BC-45D3-BF27-8FC77528CB40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4BC8-EA6B-47B8-A834-7C14C017D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877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6C45C-C3BC-45D3-BF27-8FC77528CB40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4BC8-EA6B-47B8-A834-7C14C017D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306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6C45C-C3BC-45D3-BF27-8FC77528CB40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4BC8-EA6B-47B8-A834-7C14C017D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4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6C45C-C3BC-45D3-BF27-8FC77528CB40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4BC8-EA6B-47B8-A834-7C14C017D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87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6C45C-C3BC-45D3-BF27-8FC77528CB40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D4BC8-EA6B-47B8-A834-7C14C017D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377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6C45C-C3BC-45D3-BF27-8FC77528CB40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D4BC8-EA6B-47B8-A834-7C14C017D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17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333750" y="3071812"/>
            <a:ext cx="971550" cy="8191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>
                <a:solidFill>
                  <a:schemeClr val="tx1"/>
                </a:solidFill>
              </a:rPr>
              <a:t>SOC</a:t>
            </a:r>
          </a:p>
          <a:p>
            <a:pPr algn="ctr"/>
            <a:r>
              <a:rPr lang="zh-CN" altLang="en-US" smtClean="0">
                <a:solidFill>
                  <a:schemeClr val="tx1"/>
                </a:solidFill>
              </a:rPr>
              <a:t>芯片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191125" y="3071812"/>
            <a:ext cx="971550" cy="8191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>
                <a:solidFill>
                  <a:schemeClr val="tx1"/>
                </a:solidFill>
              </a:rPr>
              <a:t>stm32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4419600" y="3481387"/>
            <a:ext cx="657225" cy="95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8512375" y="2357439"/>
            <a:ext cx="811410" cy="571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</a:rPr>
              <a:t>左</a:t>
            </a:r>
            <a:r>
              <a:rPr lang="zh-CN" altLang="en-US" sz="1400" smtClean="0">
                <a:solidFill>
                  <a:schemeClr val="tx1"/>
                </a:solidFill>
              </a:rPr>
              <a:t>电机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0373323" y="3090863"/>
            <a:ext cx="257175" cy="2762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立方体 8"/>
          <p:cNvSpPr/>
          <p:nvPr/>
        </p:nvSpPr>
        <p:spPr>
          <a:xfrm>
            <a:off x="9797061" y="2600326"/>
            <a:ext cx="1409700" cy="647700"/>
          </a:xfrm>
          <a:prstGeom prst="cube">
            <a:avLst>
              <a:gd name="adj" fmla="val 602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951842" y="3205162"/>
            <a:ext cx="257175" cy="2762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10812663" y="3133726"/>
            <a:ext cx="257175" cy="2762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512375" y="3105151"/>
            <a:ext cx="811410" cy="571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solidFill>
                  <a:schemeClr val="tx1"/>
                </a:solidFill>
              </a:rPr>
              <a:t>右电机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45700" y="3852862"/>
            <a:ext cx="944760" cy="571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</a:rPr>
              <a:t>收球</a:t>
            </a:r>
            <a:r>
              <a:rPr lang="zh-CN" altLang="en-US" sz="1400" smtClean="0">
                <a:solidFill>
                  <a:schemeClr val="tx1"/>
                </a:solidFill>
              </a:rPr>
              <a:t>电机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122914" y="2357439"/>
            <a:ext cx="916185" cy="571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solidFill>
                  <a:schemeClr val="tx1"/>
                </a:solidFill>
              </a:rPr>
              <a:t>驱动模块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122914" y="3105151"/>
            <a:ext cx="916185" cy="571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solidFill>
                  <a:schemeClr val="tx1"/>
                </a:solidFill>
              </a:rPr>
              <a:t>驱动模块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122914" y="3852862"/>
            <a:ext cx="916185" cy="571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solidFill>
                  <a:schemeClr val="tx1"/>
                </a:solidFill>
              </a:rPr>
              <a:t>驱动模块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22" name="肘形连接符 21"/>
          <p:cNvCxnSpPr>
            <a:endCxn id="16" idx="1"/>
          </p:cNvCxnSpPr>
          <p:nvPr/>
        </p:nvCxnSpPr>
        <p:spPr>
          <a:xfrm flipV="1">
            <a:off x="6267450" y="2643189"/>
            <a:ext cx="855464" cy="847723"/>
          </a:xfrm>
          <a:prstGeom prst="bentConnector3">
            <a:avLst>
              <a:gd name="adj1" fmla="val 4109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肘形连接符 22"/>
          <p:cNvCxnSpPr>
            <a:endCxn id="19" idx="1"/>
          </p:cNvCxnSpPr>
          <p:nvPr/>
        </p:nvCxnSpPr>
        <p:spPr>
          <a:xfrm flipV="1">
            <a:off x="6215062" y="3390901"/>
            <a:ext cx="907852" cy="100011"/>
          </a:xfrm>
          <a:prstGeom prst="bentConnector3">
            <a:avLst>
              <a:gd name="adj1" fmla="val 4370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肘形连接符 25"/>
          <p:cNvCxnSpPr>
            <a:stCxn id="5" idx="3"/>
            <a:endCxn id="20" idx="1"/>
          </p:cNvCxnSpPr>
          <p:nvPr/>
        </p:nvCxnSpPr>
        <p:spPr>
          <a:xfrm>
            <a:off x="6162675" y="3481387"/>
            <a:ext cx="960239" cy="6572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endCxn id="8" idx="1"/>
          </p:cNvCxnSpPr>
          <p:nvPr/>
        </p:nvCxnSpPr>
        <p:spPr>
          <a:xfrm>
            <a:off x="8115300" y="2643189"/>
            <a:ext cx="3970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9" idx="3"/>
            <a:endCxn id="14" idx="1"/>
          </p:cNvCxnSpPr>
          <p:nvPr/>
        </p:nvCxnSpPr>
        <p:spPr>
          <a:xfrm>
            <a:off x="8039099" y="3390901"/>
            <a:ext cx="47327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20" idx="3"/>
            <a:endCxn id="15" idx="1"/>
          </p:cNvCxnSpPr>
          <p:nvPr/>
        </p:nvCxnSpPr>
        <p:spPr>
          <a:xfrm>
            <a:off x="8039099" y="4138612"/>
            <a:ext cx="40660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5246490" y="4672012"/>
            <a:ext cx="916185" cy="571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</a:rPr>
              <a:t>蓝</a:t>
            </a:r>
            <a:r>
              <a:rPr lang="zh-CN" altLang="en-US" sz="1400" smtClean="0">
                <a:solidFill>
                  <a:schemeClr val="tx1"/>
                </a:solidFill>
              </a:rPr>
              <a:t>牙模块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40" name="直接箭头连接符 39"/>
          <p:cNvCxnSpPr>
            <a:stCxn id="39" idx="0"/>
            <a:endCxn id="5" idx="2"/>
          </p:cNvCxnSpPr>
          <p:nvPr/>
        </p:nvCxnSpPr>
        <p:spPr>
          <a:xfrm flipH="1" flipV="1">
            <a:off x="5676900" y="3890962"/>
            <a:ext cx="27683" cy="7810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4310214" y="1871663"/>
            <a:ext cx="916185" cy="571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solidFill>
                  <a:schemeClr val="tx1"/>
                </a:solidFill>
              </a:rPr>
              <a:t>通用激光雷达接口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633968" y="1862139"/>
            <a:ext cx="916185" cy="571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solidFill>
                  <a:schemeClr val="tx1"/>
                </a:solidFill>
              </a:rPr>
              <a:t>通用</a:t>
            </a:r>
            <a:r>
              <a:rPr lang="en-US" altLang="zh-CN" sz="1400" smtClean="0">
                <a:solidFill>
                  <a:schemeClr val="tx1"/>
                </a:solidFill>
              </a:rPr>
              <a:t>IMU</a:t>
            </a:r>
            <a:r>
              <a:rPr lang="zh-CN" altLang="en-US" sz="1400" smtClean="0">
                <a:solidFill>
                  <a:schemeClr val="tx1"/>
                </a:solidFill>
              </a:rPr>
              <a:t>接口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45" name="肘形连接符 44"/>
          <p:cNvCxnSpPr>
            <a:stCxn id="43" idx="2"/>
            <a:endCxn id="5" idx="0"/>
          </p:cNvCxnSpPr>
          <p:nvPr/>
        </p:nvCxnSpPr>
        <p:spPr>
          <a:xfrm rot="16200000" flipH="1">
            <a:off x="4908279" y="2303190"/>
            <a:ext cx="628649" cy="9085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44" idx="2"/>
            <a:endCxn id="5" idx="0"/>
          </p:cNvCxnSpPr>
          <p:nvPr/>
        </p:nvCxnSpPr>
        <p:spPr>
          <a:xfrm rot="5400000">
            <a:off x="5565395" y="2545145"/>
            <a:ext cx="638173" cy="4151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3269608" y="5767388"/>
            <a:ext cx="1134369" cy="571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solidFill>
                  <a:schemeClr val="tx1"/>
                </a:solidFill>
              </a:rPr>
              <a:t>充电、电源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260974" y="4672012"/>
            <a:ext cx="1134369" cy="571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solidFill>
                  <a:schemeClr val="tx1"/>
                </a:solidFill>
              </a:rPr>
              <a:t>稳压模块</a:t>
            </a:r>
            <a:r>
              <a:rPr lang="en-US" altLang="zh-CN" sz="1400" smtClean="0">
                <a:solidFill>
                  <a:schemeClr val="tx1"/>
                </a:solidFill>
              </a:rPr>
              <a:t/>
            </a:r>
            <a:br>
              <a:rPr lang="en-US" altLang="zh-CN" sz="1400" smtClean="0">
                <a:solidFill>
                  <a:schemeClr val="tx1"/>
                </a:solidFill>
              </a:rPr>
            </a:br>
            <a:r>
              <a:rPr lang="zh-CN" altLang="en-US" sz="1400" smtClean="0">
                <a:solidFill>
                  <a:schemeClr val="tx1"/>
                </a:solidFill>
              </a:rPr>
              <a:t>、</a:t>
            </a:r>
            <a:r>
              <a:rPr lang="en-US" altLang="zh-CN" sz="1400" smtClean="0">
                <a:solidFill>
                  <a:schemeClr val="tx1"/>
                </a:solidFill>
              </a:rPr>
              <a:t>AD/DC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60" name="直接箭头连接符 59"/>
          <p:cNvCxnSpPr>
            <a:stCxn id="56" idx="2"/>
            <a:endCxn id="55" idx="0"/>
          </p:cNvCxnSpPr>
          <p:nvPr/>
        </p:nvCxnSpPr>
        <p:spPr>
          <a:xfrm>
            <a:off x="3828159" y="5243512"/>
            <a:ext cx="8634" cy="52387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1204538" y="3195637"/>
            <a:ext cx="1479501" cy="571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smtClean="0">
                <a:solidFill>
                  <a:schemeClr val="tx1"/>
                </a:solidFill>
              </a:rPr>
              <a:t>Linux</a:t>
            </a:r>
            <a:r>
              <a:rPr lang="zh-CN" altLang="en-US" sz="1400" smtClean="0">
                <a:solidFill>
                  <a:schemeClr val="tx1"/>
                </a:solidFill>
              </a:rPr>
              <a:t>系统</a:t>
            </a:r>
            <a:r>
              <a:rPr lang="en-US" altLang="zh-CN" sz="1400" smtClean="0">
                <a:solidFill>
                  <a:schemeClr val="tx1"/>
                </a:solidFill>
              </a:rPr>
              <a:t/>
            </a:r>
            <a:br>
              <a:rPr lang="en-US" altLang="zh-CN" sz="1400" smtClean="0">
                <a:solidFill>
                  <a:schemeClr val="tx1"/>
                </a:solidFill>
              </a:rPr>
            </a:br>
            <a:r>
              <a:rPr lang="zh-CN" altLang="en-US" sz="1400" smtClean="0">
                <a:solidFill>
                  <a:schemeClr val="tx1"/>
                </a:solidFill>
              </a:rPr>
              <a:t>上层算法，决策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64" name="直接箭头连接符 63"/>
          <p:cNvCxnSpPr>
            <a:stCxn id="4" idx="1"/>
            <a:endCxn id="63" idx="3"/>
          </p:cNvCxnSpPr>
          <p:nvPr/>
        </p:nvCxnSpPr>
        <p:spPr>
          <a:xfrm flipH="1">
            <a:off x="2684039" y="3481387"/>
            <a:ext cx="6497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 flipV="1">
            <a:off x="3923704" y="4019550"/>
            <a:ext cx="597" cy="5334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 flipV="1">
            <a:off x="3923704" y="3962400"/>
            <a:ext cx="1543646" cy="59055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/>
          <p:cNvSpPr/>
          <p:nvPr/>
        </p:nvSpPr>
        <p:spPr>
          <a:xfrm>
            <a:off x="4322565" y="776287"/>
            <a:ext cx="916185" cy="571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solidFill>
                  <a:schemeClr val="tx1"/>
                </a:solidFill>
              </a:rPr>
              <a:t>激光雷达</a:t>
            </a:r>
            <a:r>
              <a:rPr lang="zh-CN" altLang="en-US" sz="1400">
                <a:solidFill>
                  <a:schemeClr val="tx1"/>
                </a:solidFill>
              </a:rPr>
              <a:t>组件</a:t>
            </a:r>
          </a:p>
        </p:txBody>
      </p:sp>
      <p:cxnSp>
        <p:nvCxnSpPr>
          <p:cNvPr id="78" name="直接箭头连接符 77"/>
          <p:cNvCxnSpPr>
            <a:stCxn id="77" idx="2"/>
            <a:endCxn id="43" idx="0"/>
          </p:cNvCxnSpPr>
          <p:nvPr/>
        </p:nvCxnSpPr>
        <p:spPr>
          <a:xfrm flipH="1">
            <a:off x="4768307" y="1347787"/>
            <a:ext cx="12351" cy="52387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5633967" y="785812"/>
            <a:ext cx="916185" cy="571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smtClean="0">
                <a:solidFill>
                  <a:schemeClr val="tx1"/>
                </a:solidFill>
              </a:rPr>
              <a:t>IMU</a:t>
            </a:r>
            <a:r>
              <a:rPr lang="zh-CN" altLang="en-US" sz="1400" smtClean="0">
                <a:solidFill>
                  <a:schemeClr val="tx1"/>
                </a:solidFill>
              </a:rPr>
              <a:t>组件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82" name="直接箭头连接符 81"/>
          <p:cNvCxnSpPr>
            <a:stCxn id="81" idx="2"/>
            <a:endCxn id="44" idx="0"/>
          </p:cNvCxnSpPr>
          <p:nvPr/>
        </p:nvCxnSpPr>
        <p:spPr>
          <a:xfrm>
            <a:off x="6092060" y="1357312"/>
            <a:ext cx="1" cy="50482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225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44</Words>
  <Application>Microsoft Office PowerPoint</Application>
  <PresentationFormat>宽屏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Ben</dc:creator>
  <cp:lastModifiedBy>Ben</cp:lastModifiedBy>
  <cp:revision>3</cp:revision>
  <dcterms:created xsi:type="dcterms:W3CDTF">2025-10-20T15:41:16Z</dcterms:created>
  <dcterms:modified xsi:type="dcterms:W3CDTF">2025-10-20T15:54:05Z</dcterms:modified>
</cp:coreProperties>
</file>