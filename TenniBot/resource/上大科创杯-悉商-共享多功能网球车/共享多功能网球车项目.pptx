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95" r:id="rId2"/>
    <p:sldId id="400" r:id="rId3"/>
    <p:sldId id="401" r:id="rId4"/>
    <p:sldId id="402" r:id="rId5"/>
    <p:sldId id="403" r:id="rId6"/>
    <p:sldId id="404" r:id="rId7"/>
    <p:sldId id="406" r:id="rId8"/>
  </p:sldIdLst>
  <p:sldSz cx="12192000" cy="6858000"/>
  <p:notesSz cx="6858000" cy="9144000"/>
  <p:custDataLst>
    <p:tags r:id="rId1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96" userDrawn="1">
          <p15:clr>
            <a:srgbClr val="A4A3A4"/>
          </p15:clr>
        </p15:guide>
        <p15:guide id="2" pos="386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AD0E5"/>
    <a:srgbClr val="FEDADA"/>
    <a:srgbClr val="69ACD1"/>
    <a:srgbClr val="FEBDBD"/>
    <a:srgbClr val="FD6B6B"/>
    <a:srgbClr val="579FC3"/>
    <a:srgbClr val="4A97BE"/>
    <a:srgbClr val="97C3D9"/>
    <a:srgbClr val="A3CBDE"/>
    <a:srgbClr val="418C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6071" autoAdjust="0"/>
  </p:normalViewPr>
  <p:slideViewPr>
    <p:cSldViewPr snapToGrid="0" showGuides="1">
      <p:cViewPr varScale="1">
        <p:scale>
          <a:sx n="82" d="100"/>
          <a:sy n="82" d="100"/>
        </p:scale>
        <p:origin x="629" y="58"/>
      </p:cViewPr>
      <p:guideLst>
        <p:guide orient="horz" pos="2296"/>
        <p:guide pos="386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91" d="100"/>
        <a:sy n="91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2023/10/26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C6847C-1413-49DF-BFB5-7378BCEA4822}" type="datetimeFigureOut">
              <a:rPr lang="zh-CN" altLang="en-US" smtClean="0"/>
              <a:t>2023/10/26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EC7F8E-A7FF-4B33-8FEA-2C27DC30264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EC7F8E-A7FF-4B33-8FEA-2C27DC302645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EC7F8E-A7FF-4B33-8FEA-2C27DC302645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EC7F8E-A7FF-4B33-8FEA-2C27DC302645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EC7F8E-A7FF-4B33-8FEA-2C27DC302645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EC7F8E-A7FF-4B33-8FEA-2C27DC302645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EC7F8E-A7FF-4B33-8FEA-2C27DC302645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EC7F8E-A7FF-4B33-8FEA-2C27DC302645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97A6B-6673-4A92-B698-9397FF0D32B8}" type="datetimeFigureOut">
              <a:rPr lang="zh-CN" altLang="en-US" smtClean="0"/>
              <a:t>2023/10/26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41E75-2836-473E-9F4A-F0E26D69199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97A6B-6673-4A92-B698-9397FF0D32B8}" type="datetimeFigureOut">
              <a:rPr lang="zh-CN" altLang="en-US" smtClean="0"/>
              <a:t>2023/10/26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41E75-2836-473E-9F4A-F0E26D69199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97A6B-6673-4A92-B698-9397FF0D32B8}" type="datetimeFigureOut">
              <a:rPr lang="zh-CN" altLang="en-US" smtClean="0"/>
              <a:t>2023/10/26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41E75-2836-473E-9F4A-F0E26D69199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97A6B-6673-4A92-B698-9397FF0D32B8}" type="datetimeFigureOut">
              <a:rPr lang="zh-CN" altLang="en-US" smtClean="0"/>
              <a:t>2023/10/26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41E75-2836-473E-9F4A-F0E26D69199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97A6B-6673-4A92-B698-9397FF0D32B8}" type="datetimeFigureOut">
              <a:rPr lang="zh-CN" altLang="en-US" smtClean="0"/>
              <a:t>2023/10/26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41E75-2836-473E-9F4A-F0E26D69199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97A6B-6673-4A92-B698-9397FF0D32B8}" type="datetimeFigureOut">
              <a:rPr lang="zh-CN" altLang="en-US" smtClean="0"/>
              <a:t>2023/10/26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41E75-2836-473E-9F4A-F0E26D69199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97A6B-6673-4A92-B698-9397FF0D32B8}" type="datetimeFigureOut">
              <a:rPr lang="zh-CN" altLang="en-US" smtClean="0"/>
              <a:t>2023/10/26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41E75-2836-473E-9F4A-F0E26D69199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97A6B-6673-4A92-B698-9397FF0D32B8}" type="datetimeFigureOut">
              <a:rPr lang="zh-CN" altLang="en-US" smtClean="0"/>
              <a:t>2023/10/26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41E75-2836-473E-9F4A-F0E26D69199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文本占位符 6"/>
          <p:cNvSpPr>
            <a:spLocks noGrp="1"/>
          </p:cNvSpPr>
          <p:nvPr>
            <p:ph type="body" sz="quarter" idx="13" hasCustomPrompt="1"/>
          </p:nvPr>
        </p:nvSpPr>
        <p:spPr>
          <a:xfrm>
            <a:off x="809172" y="516839"/>
            <a:ext cx="4737100" cy="469900"/>
          </a:xfrm>
        </p:spPr>
        <p:txBody>
          <a:bodyPr>
            <a:noAutofit/>
          </a:bodyPr>
          <a:lstStyle>
            <a:lvl1pPr marL="0" indent="0">
              <a:buNone/>
              <a:defRPr sz="32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9" name="KSO_Shape"/>
          <p:cNvSpPr/>
          <p:nvPr userDrawn="1"/>
        </p:nvSpPr>
        <p:spPr bwMode="auto">
          <a:xfrm>
            <a:off x="523311" y="244368"/>
            <a:ext cx="629778" cy="742371"/>
          </a:xfrm>
          <a:custGeom>
            <a:avLst/>
            <a:gdLst>
              <a:gd name="T0" fmla="*/ 894085 w 4268"/>
              <a:gd name="T1" fmla="*/ 1679836 h 5034"/>
              <a:gd name="T2" fmla="*/ 695736 w 4268"/>
              <a:gd name="T3" fmla="*/ 1585986 h 5034"/>
              <a:gd name="T4" fmla="*/ 499280 w 4268"/>
              <a:gd name="T5" fmla="*/ 1455429 h 5034"/>
              <a:gd name="T6" fmla="*/ 311151 w 4268"/>
              <a:gd name="T7" fmla="*/ 1274163 h 5034"/>
              <a:gd name="T8" fmla="*/ 154818 w 4268"/>
              <a:gd name="T9" fmla="*/ 1035375 h 5034"/>
              <a:gd name="T10" fmla="*/ 85169 w 4268"/>
              <a:gd name="T11" fmla="*/ 858272 h 5034"/>
              <a:gd name="T12" fmla="*/ 47316 w 4268"/>
              <a:gd name="T13" fmla="*/ 693656 h 5034"/>
              <a:gd name="T14" fmla="*/ 27633 w 4268"/>
              <a:gd name="T15" fmla="*/ 597914 h 5034"/>
              <a:gd name="T16" fmla="*/ 757 w 4268"/>
              <a:gd name="T17" fmla="*/ 830647 h 5034"/>
              <a:gd name="T18" fmla="*/ 11356 w 4268"/>
              <a:gd name="T19" fmla="*/ 1056567 h 5034"/>
              <a:gd name="T20" fmla="*/ 50723 w 4268"/>
              <a:gd name="T21" fmla="*/ 1251079 h 5034"/>
              <a:gd name="T22" fmla="*/ 127564 w 4268"/>
              <a:gd name="T23" fmla="*/ 1457700 h 5034"/>
              <a:gd name="T24" fmla="*/ 227117 w 4268"/>
              <a:gd name="T25" fmla="*/ 1628749 h 5034"/>
              <a:gd name="T26" fmla="*/ 332348 w 4268"/>
              <a:gd name="T27" fmla="*/ 1749467 h 5034"/>
              <a:gd name="T28" fmla="*/ 444771 w 4268"/>
              <a:gd name="T29" fmla="*/ 1832342 h 5034"/>
              <a:gd name="T30" fmla="*/ 560980 w 4268"/>
              <a:gd name="T31" fmla="*/ 1881538 h 5034"/>
              <a:gd name="T32" fmla="*/ 676431 w 4268"/>
              <a:gd name="T33" fmla="*/ 1903108 h 5034"/>
              <a:gd name="T34" fmla="*/ 843362 w 4268"/>
              <a:gd name="T35" fmla="*/ 1892512 h 5034"/>
              <a:gd name="T36" fmla="*/ 1038683 w 4268"/>
              <a:gd name="T37" fmla="*/ 1858832 h 5034"/>
              <a:gd name="T38" fmla="*/ 1322201 w 4268"/>
              <a:gd name="T39" fmla="*/ 1838775 h 5034"/>
              <a:gd name="T40" fmla="*/ 1516008 w 4268"/>
              <a:gd name="T41" fmla="*/ 1785039 h 5034"/>
              <a:gd name="T42" fmla="*/ 1579979 w 4268"/>
              <a:gd name="T43" fmla="*/ 1750602 h 5034"/>
              <a:gd name="T44" fmla="*/ 1398664 w 4268"/>
              <a:gd name="T45" fmla="*/ 1771037 h 5034"/>
              <a:gd name="T46" fmla="*/ 1156406 w 4268"/>
              <a:gd name="T47" fmla="*/ 1752872 h 5034"/>
              <a:gd name="T48" fmla="*/ 157089 w 4268"/>
              <a:gd name="T49" fmla="*/ 73036 h 5034"/>
              <a:gd name="T50" fmla="*/ 126807 w 4268"/>
              <a:gd name="T51" fmla="*/ 278522 h 5034"/>
              <a:gd name="T52" fmla="*/ 120751 w 4268"/>
              <a:gd name="T53" fmla="*/ 466979 h 5034"/>
              <a:gd name="T54" fmla="*/ 135135 w 4268"/>
              <a:gd name="T55" fmla="*/ 637271 h 5034"/>
              <a:gd name="T56" fmla="*/ 171474 w 4268"/>
              <a:gd name="T57" fmla="*/ 576344 h 5034"/>
              <a:gd name="T58" fmla="*/ 238473 w 4268"/>
              <a:gd name="T59" fmla="*/ 459788 h 5034"/>
              <a:gd name="T60" fmla="*/ 209705 w 4268"/>
              <a:gd name="T61" fmla="*/ 571803 h 5034"/>
              <a:gd name="T62" fmla="*/ 193428 w 4268"/>
              <a:gd name="T63" fmla="*/ 742095 h 5034"/>
              <a:gd name="T64" fmla="*/ 209326 w 4268"/>
              <a:gd name="T65" fmla="*/ 910495 h 5034"/>
              <a:gd name="T66" fmla="*/ 282761 w 4268"/>
              <a:gd name="T67" fmla="*/ 1059973 h 5034"/>
              <a:gd name="T68" fmla="*/ 341812 w 4268"/>
              <a:gd name="T69" fmla="*/ 1099330 h 5034"/>
              <a:gd name="T70" fmla="*/ 369066 w 4268"/>
              <a:gd name="T71" fmla="*/ 912765 h 5034"/>
              <a:gd name="T72" fmla="*/ 420924 w 4268"/>
              <a:gd name="T73" fmla="*/ 767449 h 5034"/>
              <a:gd name="T74" fmla="*/ 430009 w 4268"/>
              <a:gd name="T75" fmla="*/ 818537 h 5034"/>
              <a:gd name="T76" fmla="*/ 428116 w 4268"/>
              <a:gd name="T77" fmla="*/ 1022887 h 5034"/>
              <a:gd name="T78" fmla="*/ 465212 w 4268"/>
              <a:gd name="T79" fmla="*/ 1249565 h 5034"/>
              <a:gd name="T80" fmla="*/ 610567 w 4268"/>
              <a:gd name="T81" fmla="*/ 1416073 h 5034"/>
              <a:gd name="T82" fmla="*/ 668103 w 4268"/>
              <a:gd name="T83" fmla="*/ 1328278 h 5034"/>
              <a:gd name="T84" fmla="*/ 670753 w 4268"/>
              <a:gd name="T85" fmla="*/ 1121657 h 5034"/>
              <a:gd name="T86" fmla="*/ 705578 w 4268"/>
              <a:gd name="T87" fmla="*/ 961961 h 5034"/>
              <a:gd name="T88" fmla="*/ 719205 w 4268"/>
              <a:gd name="T89" fmla="*/ 1091004 h 5034"/>
              <a:gd name="T90" fmla="*/ 760464 w 4268"/>
              <a:gd name="T91" fmla="*/ 1298760 h 5034"/>
              <a:gd name="T92" fmla="*/ 840713 w 4268"/>
              <a:gd name="T93" fmla="*/ 1521654 h 5034"/>
              <a:gd name="T94" fmla="*/ 1029977 w 4268"/>
              <a:gd name="T95" fmla="*/ 1631776 h 5034"/>
              <a:gd name="T96" fmla="*/ 1163976 w 4268"/>
              <a:gd name="T97" fmla="*/ 1661672 h 5034"/>
              <a:gd name="T98" fmla="*/ 1198044 w 4268"/>
              <a:gd name="T99" fmla="*/ 1469052 h 5034"/>
              <a:gd name="T100" fmla="*/ 1196151 w 4268"/>
              <a:gd name="T101" fmla="*/ 1309735 h 5034"/>
              <a:gd name="T102" fmla="*/ 1159434 w 4268"/>
              <a:gd name="T103" fmla="*/ 1126198 h 5034"/>
              <a:gd name="T104" fmla="*/ 1071237 w 4268"/>
              <a:gd name="T105" fmla="*/ 931308 h 5034"/>
              <a:gd name="T106" fmla="*/ 914147 w 4268"/>
              <a:gd name="T107" fmla="*/ 737932 h 5034"/>
              <a:gd name="T108" fmla="*/ 674917 w 4268"/>
              <a:gd name="T109" fmla="*/ 549097 h 5034"/>
              <a:gd name="T110" fmla="*/ 403890 w 4268"/>
              <a:gd name="T111" fmla="*/ 298579 h 5034"/>
              <a:gd name="T112" fmla="*/ 239987 w 4268"/>
              <a:gd name="T113" fmla="*/ 101797 h 5034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</a:gdLst>
            <a:ahLst/>
            <a:cxnLst>
              <a:cxn ang="T114">
                <a:pos x="T0" y="T1"/>
              </a:cxn>
              <a:cxn ang="T115">
                <a:pos x="T2" y="T3"/>
              </a:cxn>
              <a:cxn ang="T116">
                <a:pos x="T4" y="T5"/>
              </a:cxn>
              <a:cxn ang="T117">
                <a:pos x="T6" y="T7"/>
              </a:cxn>
              <a:cxn ang="T118">
                <a:pos x="T8" y="T9"/>
              </a:cxn>
              <a:cxn ang="T119">
                <a:pos x="T10" y="T11"/>
              </a:cxn>
              <a:cxn ang="T120">
                <a:pos x="T12" y="T13"/>
              </a:cxn>
              <a:cxn ang="T121">
                <a:pos x="T14" y="T15"/>
              </a:cxn>
              <a:cxn ang="T122">
                <a:pos x="T16" y="T17"/>
              </a:cxn>
              <a:cxn ang="T123">
                <a:pos x="T18" y="T19"/>
              </a:cxn>
              <a:cxn ang="T124">
                <a:pos x="T20" y="T21"/>
              </a:cxn>
              <a:cxn ang="T125">
                <a:pos x="T22" y="T23"/>
              </a:cxn>
              <a:cxn ang="T126">
                <a:pos x="T24" y="T25"/>
              </a:cxn>
              <a:cxn ang="T127">
                <a:pos x="T26" y="T27"/>
              </a:cxn>
              <a:cxn ang="T128">
                <a:pos x="T28" y="T29"/>
              </a:cxn>
              <a:cxn ang="T129">
                <a:pos x="T30" y="T31"/>
              </a:cxn>
              <a:cxn ang="T130">
                <a:pos x="T32" y="T33"/>
              </a:cxn>
              <a:cxn ang="T131">
                <a:pos x="T34" y="T35"/>
              </a:cxn>
              <a:cxn ang="T132">
                <a:pos x="T36" y="T37"/>
              </a:cxn>
              <a:cxn ang="T133">
                <a:pos x="T38" y="T39"/>
              </a:cxn>
              <a:cxn ang="T134">
                <a:pos x="T40" y="T41"/>
              </a:cxn>
              <a:cxn ang="T135">
                <a:pos x="T42" y="T43"/>
              </a:cxn>
              <a:cxn ang="T136">
                <a:pos x="T44" y="T45"/>
              </a:cxn>
              <a:cxn ang="T137">
                <a:pos x="T46" y="T47"/>
              </a:cxn>
              <a:cxn ang="T138">
                <a:pos x="T48" y="T49"/>
              </a:cxn>
              <a:cxn ang="T139">
                <a:pos x="T50" y="T51"/>
              </a:cxn>
              <a:cxn ang="T140">
                <a:pos x="T52" y="T53"/>
              </a:cxn>
              <a:cxn ang="T141">
                <a:pos x="T54" y="T55"/>
              </a:cxn>
              <a:cxn ang="T142">
                <a:pos x="T56" y="T57"/>
              </a:cxn>
              <a:cxn ang="T143">
                <a:pos x="T58" y="T59"/>
              </a:cxn>
              <a:cxn ang="T144">
                <a:pos x="T60" y="T61"/>
              </a:cxn>
              <a:cxn ang="T145">
                <a:pos x="T62" y="T63"/>
              </a:cxn>
              <a:cxn ang="T146">
                <a:pos x="T64" y="T65"/>
              </a:cxn>
              <a:cxn ang="T147">
                <a:pos x="T66" y="T67"/>
              </a:cxn>
              <a:cxn ang="T148">
                <a:pos x="T68" y="T69"/>
              </a:cxn>
              <a:cxn ang="T149">
                <a:pos x="T70" y="T71"/>
              </a:cxn>
              <a:cxn ang="T150">
                <a:pos x="T72" y="T73"/>
              </a:cxn>
              <a:cxn ang="T151">
                <a:pos x="T74" y="T75"/>
              </a:cxn>
              <a:cxn ang="T152">
                <a:pos x="T76" y="T77"/>
              </a:cxn>
              <a:cxn ang="T153">
                <a:pos x="T78" y="T79"/>
              </a:cxn>
              <a:cxn ang="T154">
                <a:pos x="T80" y="T81"/>
              </a:cxn>
              <a:cxn ang="T155">
                <a:pos x="T82" y="T83"/>
              </a:cxn>
              <a:cxn ang="T156">
                <a:pos x="T84" y="T85"/>
              </a:cxn>
              <a:cxn ang="T157">
                <a:pos x="T86" y="T87"/>
              </a:cxn>
              <a:cxn ang="T158">
                <a:pos x="T88" y="T89"/>
              </a:cxn>
              <a:cxn ang="T159">
                <a:pos x="T90" y="T91"/>
              </a:cxn>
              <a:cxn ang="T160">
                <a:pos x="T92" y="T93"/>
              </a:cxn>
              <a:cxn ang="T161">
                <a:pos x="T94" y="T95"/>
              </a:cxn>
              <a:cxn ang="T162">
                <a:pos x="T96" y="T97"/>
              </a:cxn>
              <a:cxn ang="T163">
                <a:pos x="T98" y="T99"/>
              </a:cxn>
              <a:cxn ang="T164">
                <a:pos x="T100" y="T101"/>
              </a:cxn>
              <a:cxn ang="T165">
                <a:pos x="T102" y="T103"/>
              </a:cxn>
              <a:cxn ang="T166">
                <a:pos x="T104" y="T105"/>
              </a:cxn>
              <a:cxn ang="T167">
                <a:pos x="T106" y="T107"/>
              </a:cxn>
              <a:cxn ang="T168">
                <a:pos x="T108" y="T109"/>
              </a:cxn>
              <a:cxn ang="T169">
                <a:pos x="T110" y="T111"/>
              </a:cxn>
              <a:cxn ang="T170">
                <a:pos x="T112" y="T113"/>
              </a:cxn>
            </a:cxnLst>
            <a:rect l="0" t="0" r="r" b="b"/>
            <a:pathLst>
              <a:path w="4268" h="5034">
                <a:moveTo>
                  <a:pt x="2846" y="4597"/>
                </a:moveTo>
                <a:lnTo>
                  <a:pt x="2846" y="4597"/>
                </a:lnTo>
                <a:lnTo>
                  <a:pt x="2803" y="4585"/>
                </a:lnTo>
                <a:lnTo>
                  <a:pt x="2749" y="4571"/>
                </a:lnTo>
                <a:lnTo>
                  <a:pt x="2687" y="4553"/>
                </a:lnTo>
                <a:lnTo>
                  <a:pt x="2617" y="4531"/>
                </a:lnTo>
                <a:lnTo>
                  <a:pt x="2538" y="4504"/>
                </a:lnTo>
                <a:lnTo>
                  <a:pt x="2454" y="4474"/>
                </a:lnTo>
                <a:lnTo>
                  <a:pt x="2362" y="4439"/>
                </a:lnTo>
                <a:lnTo>
                  <a:pt x="2265" y="4399"/>
                </a:lnTo>
                <a:lnTo>
                  <a:pt x="2215" y="4378"/>
                </a:lnTo>
                <a:lnTo>
                  <a:pt x="2164" y="4355"/>
                </a:lnTo>
                <a:lnTo>
                  <a:pt x="2112" y="4331"/>
                </a:lnTo>
                <a:lnTo>
                  <a:pt x="2059" y="4305"/>
                </a:lnTo>
                <a:lnTo>
                  <a:pt x="2004" y="4279"/>
                </a:lnTo>
                <a:lnTo>
                  <a:pt x="1950" y="4251"/>
                </a:lnTo>
                <a:lnTo>
                  <a:pt x="1894" y="4222"/>
                </a:lnTo>
                <a:lnTo>
                  <a:pt x="1838" y="4191"/>
                </a:lnTo>
                <a:lnTo>
                  <a:pt x="1781" y="4158"/>
                </a:lnTo>
                <a:lnTo>
                  <a:pt x="1724" y="4125"/>
                </a:lnTo>
                <a:lnTo>
                  <a:pt x="1666" y="4089"/>
                </a:lnTo>
                <a:lnTo>
                  <a:pt x="1608" y="4052"/>
                </a:lnTo>
                <a:lnTo>
                  <a:pt x="1550" y="4014"/>
                </a:lnTo>
                <a:lnTo>
                  <a:pt x="1492" y="3974"/>
                </a:lnTo>
                <a:lnTo>
                  <a:pt x="1434" y="3933"/>
                </a:lnTo>
                <a:lnTo>
                  <a:pt x="1376" y="3891"/>
                </a:lnTo>
                <a:lnTo>
                  <a:pt x="1319" y="3846"/>
                </a:lnTo>
                <a:lnTo>
                  <a:pt x="1261" y="3800"/>
                </a:lnTo>
                <a:lnTo>
                  <a:pt x="1204" y="3752"/>
                </a:lnTo>
                <a:lnTo>
                  <a:pt x="1147" y="3702"/>
                </a:lnTo>
                <a:lnTo>
                  <a:pt x="1092" y="3651"/>
                </a:lnTo>
                <a:lnTo>
                  <a:pt x="1036" y="3598"/>
                </a:lnTo>
                <a:lnTo>
                  <a:pt x="981" y="3543"/>
                </a:lnTo>
                <a:lnTo>
                  <a:pt x="927" y="3487"/>
                </a:lnTo>
                <a:lnTo>
                  <a:pt x="874" y="3428"/>
                </a:lnTo>
                <a:lnTo>
                  <a:pt x="822" y="3367"/>
                </a:lnTo>
                <a:lnTo>
                  <a:pt x="770" y="3305"/>
                </a:lnTo>
                <a:lnTo>
                  <a:pt x="720" y="3241"/>
                </a:lnTo>
                <a:lnTo>
                  <a:pt x="671" y="3174"/>
                </a:lnTo>
                <a:lnTo>
                  <a:pt x="624" y="3106"/>
                </a:lnTo>
                <a:lnTo>
                  <a:pt x="577" y="3037"/>
                </a:lnTo>
                <a:lnTo>
                  <a:pt x="533" y="2965"/>
                </a:lnTo>
                <a:lnTo>
                  <a:pt x="489" y="2891"/>
                </a:lnTo>
                <a:lnTo>
                  <a:pt x="448" y="2814"/>
                </a:lnTo>
                <a:lnTo>
                  <a:pt x="409" y="2736"/>
                </a:lnTo>
                <a:lnTo>
                  <a:pt x="371" y="2656"/>
                </a:lnTo>
                <a:lnTo>
                  <a:pt x="334" y="2573"/>
                </a:lnTo>
                <a:lnTo>
                  <a:pt x="318" y="2531"/>
                </a:lnTo>
                <a:lnTo>
                  <a:pt x="301" y="2489"/>
                </a:lnTo>
                <a:lnTo>
                  <a:pt x="284" y="2445"/>
                </a:lnTo>
                <a:lnTo>
                  <a:pt x="268" y="2402"/>
                </a:lnTo>
                <a:lnTo>
                  <a:pt x="253" y="2357"/>
                </a:lnTo>
                <a:lnTo>
                  <a:pt x="238" y="2312"/>
                </a:lnTo>
                <a:lnTo>
                  <a:pt x="225" y="2268"/>
                </a:lnTo>
                <a:lnTo>
                  <a:pt x="212" y="2221"/>
                </a:lnTo>
                <a:lnTo>
                  <a:pt x="198" y="2175"/>
                </a:lnTo>
                <a:lnTo>
                  <a:pt x="186" y="2127"/>
                </a:lnTo>
                <a:lnTo>
                  <a:pt x="174" y="2080"/>
                </a:lnTo>
                <a:lnTo>
                  <a:pt x="163" y="2031"/>
                </a:lnTo>
                <a:lnTo>
                  <a:pt x="152" y="1983"/>
                </a:lnTo>
                <a:lnTo>
                  <a:pt x="142" y="1933"/>
                </a:lnTo>
                <a:lnTo>
                  <a:pt x="134" y="1884"/>
                </a:lnTo>
                <a:lnTo>
                  <a:pt x="125" y="1833"/>
                </a:lnTo>
                <a:lnTo>
                  <a:pt x="117" y="1781"/>
                </a:lnTo>
                <a:lnTo>
                  <a:pt x="110" y="1730"/>
                </a:lnTo>
                <a:lnTo>
                  <a:pt x="103" y="1678"/>
                </a:lnTo>
                <a:lnTo>
                  <a:pt x="98" y="1624"/>
                </a:lnTo>
                <a:lnTo>
                  <a:pt x="92" y="1571"/>
                </a:lnTo>
                <a:lnTo>
                  <a:pt x="88" y="1517"/>
                </a:lnTo>
                <a:lnTo>
                  <a:pt x="84" y="1533"/>
                </a:lnTo>
                <a:lnTo>
                  <a:pt x="73" y="1580"/>
                </a:lnTo>
                <a:lnTo>
                  <a:pt x="59" y="1654"/>
                </a:lnTo>
                <a:lnTo>
                  <a:pt x="50" y="1702"/>
                </a:lnTo>
                <a:lnTo>
                  <a:pt x="41" y="1756"/>
                </a:lnTo>
                <a:lnTo>
                  <a:pt x="33" y="1816"/>
                </a:lnTo>
                <a:lnTo>
                  <a:pt x="24" y="1881"/>
                </a:lnTo>
                <a:lnTo>
                  <a:pt x="18" y="1952"/>
                </a:lnTo>
                <a:lnTo>
                  <a:pt x="11" y="2028"/>
                </a:lnTo>
                <a:lnTo>
                  <a:pt x="5" y="2109"/>
                </a:lnTo>
                <a:lnTo>
                  <a:pt x="2" y="2195"/>
                </a:lnTo>
                <a:lnTo>
                  <a:pt x="0" y="2286"/>
                </a:lnTo>
                <a:lnTo>
                  <a:pt x="1" y="2379"/>
                </a:lnTo>
                <a:lnTo>
                  <a:pt x="3" y="2477"/>
                </a:lnTo>
                <a:lnTo>
                  <a:pt x="6" y="2528"/>
                </a:lnTo>
                <a:lnTo>
                  <a:pt x="9" y="2579"/>
                </a:lnTo>
                <a:lnTo>
                  <a:pt x="13" y="2631"/>
                </a:lnTo>
                <a:lnTo>
                  <a:pt x="18" y="2684"/>
                </a:lnTo>
                <a:lnTo>
                  <a:pt x="23" y="2737"/>
                </a:lnTo>
                <a:lnTo>
                  <a:pt x="30" y="2792"/>
                </a:lnTo>
                <a:lnTo>
                  <a:pt x="38" y="2847"/>
                </a:lnTo>
                <a:lnTo>
                  <a:pt x="45" y="2902"/>
                </a:lnTo>
                <a:lnTo>
                  <a:pt x="54" y="2958"/>
                </a:lnTo>
                <a:lnTo>
                  <a:pt x="65" y="3015"/>
                </a:lnTo>
                <a:lnTo>
                  <a:pt x="77" y="3072"/>
                </a:lnTo>
                <a:lnTo>
                  <a:pt x="89" y="3130"/>
                </a:lnTo>
                <a:lnTo>
                  <a:pt x="102" y="3189"/>
                </a:lnTo>
                <a:lnTo>
                  <a:pt x="117" y="3247"/>
                </a:lnTo>
                <a:lnTo>
                  <a:pt x="134" y="3306"/>
                </a:lnTo>
                <a:lnTo>
                  <a:pt x="150" y="3366"/>
                </a:lnTo>
                <a:lnTo>
                  <a:pt x="169" y="3425"/>
                </a:lnTo>
                <a:lnTo>
                  <a:pt x="188" y="3486"/>
                </a:lnTo>
                <a:lnTo>
                  <a:pt x="209" y="3546"/>
                </a:lnTo>
                <a:lnTo>
                  <a:pt x="232" y="3607"/>
                </a:lnTo>
                <a:lnTo>
                  <a:pt x="256" y="3667"/>
                </a:lnTo>
                <a:lnTo>
                  <a:pt x="282" y="3729"/>
                </a:lnTo>
                <a:lnTo>
                  <a:pt x="309" y="3790"/>
                </a:lnTo>
                <a:lnTo>
                  <a:pt x="337" y="3852"/>
                </a:lnTo>
                <a:lnTo>
                  <a:pt x="367" y="3913"/>
                </a:lnTo>
                <a:lnTo>
                  <a:pt x="399" y="3974"/>
                </a:lnTo>
                <a:lnTo>
                  <a:pt x="431" y="4036"/>
                </a:lnTo>
                <a:lnTo>
                  <a:pt x="467" y="4097"/>
                </a:lnTo>
                <a:lnTo>
                  <a:pt x="504" y="4158"/>
                </a:lnTo>
                <a:lnTo>
                  <a:pt x="542" y="4218"/>
                </a:lnTo>
                <a:lnTo>
                  <a:pt x="571" y="4262"/>
                </a:lnTo>
                <a:lnTo>
                  <a:pt x="600" y="4304"/>
                </a:lnTo>
                <a:lnTo>
                  <a:pt x="629" y="4346"/>
                </a:lnTo>
                <a:lnTo>
                  <a:pt x="659" y="4385"/>
                </a:lnTo>
                <a:lnTo>
                  <a:pt x="689" y="4423"/>
                </a:lnTo>
                <a:lnTo>
                  <a:pt x="720" y="4459"/>
                </a:lnTo>
                <a:lnTo>
                  <a:pt x="750" y="4495"/>
                </a:lnTo>
                <a:lnTo>
                  <a:pt x="782" y="4529"/>
                </a:lnTo>
                <a:lnTo>
                  <a:pt x="814" y="4562"/>
                </a:lnTo>
                <a:lnTo>
                  <a:pt x="845" y="4593"/>
                </a:lnTo>
                <a:lnTo>
                  <a:pt x="878" y="4623"/>
                </a:lnTo>
                <a:lnTo>
                  <a:pt x="910" y="4652"/>
                </a:lnTo>
                <a:lnTo>
                  <a:pt x="942" y="4680"/>
                </a:lnTo>
                <a:lnTo>
                  <a:pt x="976" y="4707"/>
                </a:lnTo>
                <a:lnTo>
                  <a:pt x="1008" y="4732"/>
                </a:lnTo>
                <a:lnTo>
                  <a:pt x="1042" y="4756"/>
                </a:lnTo>
                <a:lnTo>
                  <a:pt x="1075" y="4779"/>
                </a:lnTo>
                <a:lnTo>
                  <a:pt x="1108" y="4801"/>
                </a:lnTo>
                <a:lnTo>
                  <a:pt x="1142" y="4822"/>
                </a:lnTo>
                <a:lnTo>
                  <a:pt x="1175" y="4842"/>
                </a:lnTo>
                <a:lnTo>
                  <a:pt x="1210" y="4860"/>
                </a:lnTo>
                <a:lnTo>
                  <a:pt x="1243" y="4878"/>
                </a:lnTo>
                <a:lnTo>
                  <a:pt x="1277" y="4894"/>
                </a:lnTo>
                <a:lnTo>
                  <a:pt x="1311" y="4910"/>
                </a:lnTo>
                <a:lnTo>
                  <a:pt x="1346" y="4924"/>
                </a:lnTo>
                <a:lnTo>
                  <a:pt x="1380" y="4938"/>
                </a:lnTo>
                <a:lnTo>
                  <a:pt x="1414" y="4950"/>
                </a:lnTo>
                <a:lnTo>
                  <a:pt x="1449" y="4961"/>
                </a:lnTo>
                <a:lnTo>
                  <a:pt x="1482" y="4972"/>
                </a:lnTo>
                <a:lnTo>
                  <a:pt x="1517" y="4981"/>
                </a:lnTo>
                <a:lnTo>
                  <a:pt x="1550" y="4990"/>
                </a:lnTo>
                <a:lnTo>
                  <a:pt x="1585" y="4998"/>
                </a:lnTo>
                <a:lnTo>
                  <a:pt x="1618" y="5006"/>
                </a:lnTo>
                <a:lnTo>
                  <a:pt x="1653" y="5011"/>
                </a:lnTo>
                <a:lnTo>
                  <a:pt x="1686" y="5017"/>
                </a:lnTo>
                <a:lnTo>
                  <a:pt x="1720" y="5022"/>
                </a:lnTo>
                <a:lnTo>
                  <a:pt x="1753" y="5026"/>
                </a:lnTo>
                <a:lnTo>
                  <a:pt x="1787" y="5029"/>
                </a:lnTo>
                <a:lnTo>
                  <a:pt x="1820" y="5032"/>
                </a:lnTo>
                <a:lnTo>
                  <a:pt x="1852" y="5033"/>
                </a:lnTo>
                <a:lnTo>
                  <a:pt x="1886" y="5034"/>
                </a:lnTo>
                <a:lnTo>
                  <a:pt x="1918" y="5034"/>
                </a:lnTo>
                <a:lnTo>
                  <a:pt x="1983" y="5033"/>
                </a:lnTo>
                <a:lnTo>
                  <a:pt x="2047" y="5028"/>
                </a:lnTo>
                <a:lnTo>
                  <a:pt x="2108" y="5022"/>
                </a:lnTo>
                <a:lnTo>
                  <a:pt x="2169" y="5013"/>
                </a:lnTo>
                <a:lnTo>
                  <a:pt x="2228" y="5001"/>
                </a:lnTo>
                <a:lnTo>
                  <a:pt x="2286" y="4989"/>
                </a:lnTo>
                <a:lnTo>
                  <a:pt x="2343" y="4975"/>
                </a:lnTo>
                <a:lnTo>
                  <a:pt x="2397" y="4958"/>
                </a:lnTo>
                <a:lnTo>
                  <a:pt x="2449" y="4940"/>
                </a:lnTo>
                <a:lnTo>
                  <a:pt x="2501" y="4921"/>
                </a:lnTo>
                <a:lnTo>
                  <a:pt x="2549" y="4901"/>
                </a:lnTo>
                <a:lnTo>
                  <a:pt x="2648" y="4908"/>
                </a:lnTo>
                <a:lnTo>
                  <a:pt x="2744" y="4912"/>
                </a:lnTo>
                <a:lnTo>
                  <a:pt x="2839" y="4914"/>
                </a:lnTo>
                <a:lnTo>
                  <a:pt x="2930" y="4914"/>
                </a:lnTo>
                <a:lnTo>
                  <a:pt x="3018" y="4911"/>
                </a:lnTo>
                <a:lnTo>
                  <a:pt x="3104" y="4907"/>
                </a:lnTo>
                <a:lnTo>
                  <a:pt x="3188" y="4900"/>
                </a:lnTo>
                <a:lnTo>
                  <a:pt x="3268" y="4892"/>
                </a:lnTo>
                <a:lnTo>
                  <a:pt x="3346" y="4882"/>
                </a:lnTo>
                <a:lnTo>
                  <a:pt x="3421" y="4871"/>
                </a:lnTo>
                <a:lnTo>
                  <a:pt x="3493" y="4859"/>
                </a:lnTo>
                <a:lnTo>
                  <a:pt x="3563" y="4845"/>
                </a:lnTo>
                <a:lnTo>
                  <a:pt x="3628" y="4831"/>
                </a:lnTo>
                <a:lnTo>
                  <a:pt x="3692" y="4815"/>
                </a:lnTo>
                <a:lnTo>
                  <a:pt x="3752" y="4800"/>
                </a:lnTo>
                <a:lnTo>
                  <a:pt x="3809" y="4784"/>
                </a:lnTo>
                <a:lnTo>
                  <a:pt x="3864" y="4767"/>
                </a:lnTo>
                <a:lnTo>
                  <a:pt x="3914" y="4750"/>
                </a:lnTo>
                <a:lnTo>
                  <a:pt x="3962" y="4734"/>
                </a:lnTo>
                <a:lnTo>
                  <a:pt x="4005" y="4717"/>
                </a:lnTo>
                <a:lnTo>
                  <a:pt x="4047" y="4701"/>
                </a:lnTo>
                <a:lnTo>
                  <a:pt x="4085" y="4686"/>
                </a:lnTo>
                <a:lnTo>
                  <a:pt x="4149" y="4658"/>
                </a:lnTo>
                <a:lnTo>
                  <a:pt x="4201" y="4633"/>
                </a:lnTo>
                <a:lnTo>
                  <a:pt x="4237" y="4613"/>
                </a:lnTo>
                <a:lnTo>
                  <a:pt x="4268" y="4597"/>
                </a:lnTo>
                <a:lnTo>
                  <a:pt x="4222" y="4612"/>
                </a:lnTo>
                <a:lnTo>
                  <a:pt x="4174" y="4626"/>
                </a:lnTo>
                <a:lnTo>
                  <a:pt x="4125" y="4638"/>
                </a:lnTo>
                <a:lnTo>
                  <a:pt x="4073" y="4648"/>
                </a:lnTo>
                <a:lnTo>
                  <a:pt x="4022" y="4657"/>
                </a:lnTo>
                <a:lnTo>
                  <a:pt x="3969" y="4663"/>
                </a:lnTo>
                <a:lnTo>
                  <a:pt x="3915" y="4670"/>
                </a:lnTo>
                <a:lnTo>
                  <a:pt x="3860" y="4675"/>
                </a:lnTo>
                <a:lnTo>
                  <a:pt x="3806" y="4677"/>
                </a:lnTo>
                <a:lnTo>
                  <a:pt x="3751" y="4679"/>
                </a:lnTo>
                <a:lnTo>
                  <a:pt x="3695" y="4680"/>
                </a:lnTo>
                <a:lnTo>
                  <a:pt x="3641" y="4680"/>
                </a:lnTo>
                <a:lnTo>
                  <a:pt x="3586" y="4679"/>
                </a:lnTo>
                <a:lnTo>
                  <a:pt x="3531" y="4678"/>
                </a:lnTo>
                <a:lnTo>
                  <a:pt x="3478" y="4676"/>
                </a:lnTo>
                <a:lnTo>
                  <a:pt x="3425" y="4672"/>
                </a:lnTo>
                <a:lnTo>
                  <a:pt x="3323" y="4663"/>
                </a:lnTo>
                <a:lnTo>
                  <a:pt x="3226" y="4655"/>
                </a:lnTo>
                <a:lnTo>
                  <a:pt x="3136" y="4643"/>
                </a:lnTo>
                <a:lnTo>
                  <a:pt x="3055" y="4632"/>
                </a:lnTo>
                <a:lnTo>
                  <a:pt x="2985" y="4621"/>
                </a:lnTo>
                <a:lnTo>
                  <a:pt x="2924" y="4611"/>
                </a:lnTo>
                <a:lnTo>
                  <a:pt x="2846" y="4597"/>
                </a:lnTo>
                <a:close/>
                <a:moveTo>
                  <a:pt x="456" y="0"/>
                </a:moveTo>
                <a:lnTo>
                  <a:pt x="456" y="0"/>
                </a:lnTo>
                <a:lnTo>
                  <a:pt x="441" y="65"/>
                </a:lnTo>
                <a:lnTo>
                  <a:pt x="428" y="130"/>
                </a:lnTo>
                <a:lnTo>
                  <a:pt x="415" y="193"/>
                </a:lnTo>
                <a:lnTo>
                  <a:pt x="402" y="256"/>
                </a:lnTo>
                <a:lnTo>
                  <a:pt x="391" y="318"/>
                </a:lnTo>
                <a:lnTo>
                  <a:pt x="381" y="379"/>
                </a:lnTo>
                <a:lnTo>
                  <a:pt x="371" y="441"/>
                </a:lnTo>
                <a:lnTo>
                  <a:pt x="362" y="501"/>
                </a:lnTo>
                <a:lnTo>
                  <a:pt x="354" y="561"/>
                </a:lnTo>
                <a:lnTo>
                  <a:pt x="348" y="620"/>
                </a:lnTo>
                <a:lnTo>
                  <a:pt x="341" y="678"/>
                </a:lnTo>
                <a:lnTo>
                  <a:pt x="335" y="736"/>
                </a:lnTo>
                <a:lnTo>
                  <a:pt x="331" y="794"/>
                </a:lnTo>
                <a:lnTo>
                  <a:pt x="326" y="851"/>
                </a:lnTo>
                <a:lnTo>
                  <a:pt x="323" y="907"/>
                </a:lnTo>
                <a:lnTo>
                  <a:pt x="321" y="963"/>
                </a:lnTo>
                <a:lnTo>
                  <a:pt x="319" y="1019"/>
                </a:lnTo>
                <a:lnTo>
                  <a:pt x="318" y="1073"/>
                </a:lnTo>
                <a:lnTo>
                  <a:pt x="318" y="1127"/>
                </a:lnTo>
                <a:lnTo>
                  <a:pt x="318" y="1180"/>
                </a:lnTo>
                <a:lnTo>
                  <a:pt x="319" y="1234"/>
                </a:lnTo>
                <a:lnTo>
                  <a:pt x="320" y="1286"/>
                </a:lnTo>
                <a:lnTo>
                  <a:pt x="322" y="1338"/>
                </a:lnTo>
                <a:lnTo>
                  <a:pt x="325" y="1389"/>
                </a:lnTo>
                <a:lnTo>
                  <a:pt x="329" y="1439"/>
                </a:lnTo>
                <a:lnTo>
                  <a:pt x="333" y="1489"/>
                </a:lnTo>
                <a:lnTo>
                  <a:pt x="339" y="1539"/>
                </a:lnTo>
                <a:lnTo>
                  <a:pt x="344" y="1588"/>
                </a:lnTo>
                <a:lnTo>
                  <a:pt x="350" y="1636"/>
                </a:lnTo>
                <a:lnTo>
                  <a:pt x="357" y="1684"/>
                </a:lnTo>
                <a:lnTo>
                  <a:pt x="364" y="1732"/>
                </a:lnTo>
                <a:lnTo>
                  <a:pt x="372" y="1779"/>
                </a:lnTo>
                <a:lnTo>
                  <a:pt x="381" y="1742"/>
                </a:lnTo>
                <a:lnTo>
                  <a:pt x="390" y="1708"/>
                </a:lnTo>
                <a:lnTo>
                  <a:pt x="400" y="1673"/>
                </a:lnTo>
                <a:lnTo>
                  <a:pt x="410" y="1641"/>
                </a:lnTo>
                <a:lnTo>
                  <a:pt x="431" y="1580"/>
                </a:lnTo>
                <a:lnTo>
                  <a:pt x="453" y="1523"/>
                </a:lnTo>
                <a:lnTo>
                  <a:pt x="475" y="1471"/>
                </a:lnTo>
                <a:lnTo>
                  <a:pt x="497" y="1425"/>
                </a:lnTo>
                <a:lnTo>
                  <a:pt x="519" y="1382"/>
                </a:lnTo>
                <a:lnTo>
                  <a:pt x="540" y="1344"/>
                </a:lnTo>
                <a:lnTo>
                  <a:pt x="560" y="1312"/>
                </a:lnTo>
                <a:lnTo>
                  <a:pt x="579" y="1283"/>
                </a:lnTo>
                <a:lnTo>
                  <a:pt x="595" y="1259"/>
                </a:lnTo>
                <a:lnTo>
                  <a:pt x="610" y="1240"/>
                </a:lnTo>
                <a:lnTo>
                  <a:pt x="630" y="1215"/>
                </a:lnTo>
                <a:lnTo>
                  <a:pt x="638" y="1206"/>
                </a:lnTo>
                <a:lnTo>
                  <a:pt x="622" y="1249"/>
                </a:lnTo>
                <a:lnTo>
                  <a:pt x="608" y="1293"/>
                </a:lnTo>
                <a:lnTo>
                  <a:pt x="595" y="1338"/>
                </a:lnTo>
                <a:lnTo>
                  <a:pt x="583" y="1381"/>
                </a:lnTo>
                <a:lnTo>
                  <a:pt x="572" y="1425"/>
                </a:lnTo>
                <a:lnTo>
                  <a:pt x="562" y="1468"/>
                </a:lnTo>
                <a:lnTo>
                  <a:pt x="554" y="1511"/>
                </a:lnTo>
                <a:lnTo>
                  <a:pt x="546" y="1555"/>
                </a:lnTo>
                <a:lnTo>
                  <a:pt x="538" y="1598"/>
                </a:lnTo>
                <a:lnTo>
                  <a:pt x="533" y="1641"/>
                </a:lnTo>
                <a:lnTo>
                  <a:pt x="527" y="1683"/>
                </a:lnTo>
                <a:lnTo>
                  <a:pt x="523" y="1725"/>
                </a:lnTo>
                <a:lnTo>
                  <a:pt x="519" y="1766"/>
                </a:lnTo>
                <a:lnTo>
                  <a:pt x="516" y="1807"/>
                </a:lnTo>
                <a:lnTo>
                  <a:pt x="513" y="1885"/>
                </a:lnTo>
                <a:lnTo>
                  <a:pt x="511" y="1961"/>
                </a:lnTo>
                <a:lnTo>
                  <a:pt x="511" y="2033"/>
                </a:lnTo>
                <a:lnTo>
                  <a:pt x="513" y="2102"/>
                </a:lnTo>
                <a:lnTo>
                  <a:pt x="516" y="2164"/>
                </a:lnTo>
                <a:lnTo>
                  <a:pt x="521" y="2222"/>
                </a:lnTo>
                <a:lnTo>
                  <a:pt x="525" y="2274"/>
                </a:lnTo>
                <a:lnTo>
                  <a:pt x="530" y="2320"/>
                </a:lnTo>
                <a:lnTo>
                  <a:pt x="535" y="2359"/>
                </a:lnTo>
                <a:lnTo>
                  <a:pt x="553" y="2406"/>
                </a:lnTo>
                <a:lnTo>
                  <a:pt x="572" y="2453"/>
                </a:lnTo>
                <a:lnTo>
                  <a:pt x="592" y="2499"/>
                </a:lnTo>
                <a:lnTo>
                  <a:pt x="613" y="2543"/>
                </a:lnTo>
                <a:lnTo>
                  <a:pt x="633" y="2588"/>
                </a:lnTo>
                <a:lnTo>
                  <a:pt x="656" y="2631"/>
                </a:lnTo>
                <a:lnTo>
                  <a:pt x="678" y="2675"/>
                </a:lnTo>
                <a:lnTo>
                  <a:pt x="700" y="2717"/>
                </a:lnTo>
                <a:lnTo>
                  <a:pt x="724" y="2760"/>
                </a:lnTo>
                <a:lnTo>
                  <a:pt x="747" y="2801"/>
                </a:lnTo>
                <a:lnTo>
                  <a:pt x="772" y="2841"/>
                </a:lnTo>
                <a:lnTo>
                  <a:pt x="796" y="2881"/>
                </a:lnTo>
                <a:lnTo>
                  <a:pt x="822" y="2920"/>
                </a:lnTo>
                <a:lnTo>
                  <a:pt x="847" y="2959"/>
                </a:lnTo>
                <a:lnTo>
                  <a:pt x="873" y="2997"/>
                </a:lnTo>
                <a:lnTo>
                  <a:pt x="900" y="3034"/>
                </a:lnTo>
                <a:lnTo>
                  <a:pt x="901" y="2968"/>
                </a:lnTo>
                <a:lnTo>
                  <a:pt x="903" y="2905"/>
                </a:lnTo>
                <a:lnTo>
                  <a:pt x="907" y="2842"/>
                </a:lnTo>
                <a:lnTo>
                  <a:pt x="912" y="2782"/>
                </a:lnTo>
                <a:lnTo>
                  <a:pt x="918" y="2723"/>
                </a:lnTo>
                <a:lnTo>
                  <a:pt x="926" y="2666"/>
                </a:lnTo>
                <a:lnTo>
                  <a:pt x="933" y="2611"/>
                </a:lnTo>
                <a:lnTo>
                  <a:pt x="942" y="2559"/>
                </a:lnTo>
                <a:lnTo>
                  <a:pt x="953" y="2508"/>
                </a:lnTo>
                <a:lnTo>
                  <a:pt x="963" y="2458"/>
                </a:lnTo>
                <a:lnTo>
                  <a:pt x="975" y="2412"/>
                </a:lnTo>
                <a:lnTo>
                  <a:pt x="987" y="2366"/>
                </a:lnTo>
                <a:lnTo>
                  <a:pt x="999" y="2323"/>
                </a:lnTo>
                <a:lnTo>
                  <a:pt x="1011" y="2282"/>
                </a:lnTo>
                <a:lnTo>
                  <a:pt x="1025" y="2243"/>
                </a:lnTo>
                <a:lnTo>
                  <a:pt x="1038" y="2206"/>
                </a:lnTo>
                <a:lnTo>
                  <a:pt x="1050" y="2171"/>
                </a:lnTo>
                <a:lnTo>
                  <a:pt x="1064" y="2138"/>
                </a:lnTo>
                <a:lnTo>
                  <a:pt x="1088" y="2079"/>
                </a:lnTo>
                <a:lnTo>
                  <a:pt x="1112" y="2028"/>
                </a:lnTo>
                <a:lnTo>
                  <a:pt x="1133" y="1987"/>
                </a:lnTo>
                <a:lnTo>
                  <a:pt x="1151" y="1954"/>
                </a:lnTo>
                <a:lnTo>
                  <a:pt x="1164" y="1930"/>
                </a:lnTo>
                <a:lnTo>
                  <a:pt x="1175" y="1911"/>
                </a:lnTo>
                <a:lnTo>
                  <a:pt x="1163" y="1974"/>
                </a:lnTo>
                <a:lnTo>
                  <a:pt x="1152" y="2037"/>
                </a:lnTo>
                <a:lnTo>
                  <a:pt x="1143" y="2099"/>
                </a:lnTo>
                <a:lnTo>
                  <a:pt x="1136" y="2163"/>
                </a:lnTo>
                <a:lnTo>
                  <a:pt x="1130" y="2225"/>
                </a:lnTo>
                <a:lnTo>
                  <a:pt x="1126" y="2287"/>
                </a:lnTo>
                <a:lnTo>
                  <a:pt x="1123" y="2348"/>
                </a:lnTo>
                <a:lnTo>
                  <a:pt x="1122" y="2409"/>
                </a:lnTo>
                <a:lnTo>
                  <a:pt x="1121" y="2470"/>
                </a:lnTo>
                <a:lnTo>
                  <a:pt x="1122" y="2530"/>
                </a:lnTo>
                <a:lnTo>
                  <a:pt x="1124" y="2588"/>
                </a:lnTo>
                <a:lnTo>
                  <a:pt x="1127" y="2646"/>
                </a:lnTo>
                <a:lnTo>
                  <a:pt x="1131" y="2703"/>
                </a:lnTo>
                <a:lnTo>
                  <a:pt x="1136" y="2758"/>
                </a:lnTo>
                <a:lnTo>
                  <a:pt x="1142" y="2813"/>
                </a:lnTo>
                <a:lnTo>
                  <a:pt x="1147" y="2866"/>
                </a:lnTo>
                <a:lnTo>
                  <a:pt x="1154" y="2917"/>
                </a:lnTo>
                <a:lnTo>
                  <a:pt x="1162" y="2967"/>
                </a:lnTo>
                <a:lnTo>
                  <a:pt x="1178" y="3063"/>
                </a:lnTo>
                <a:lnTo>
                  <a:pt x="1194" y="3151"/>
                </a:lnTo>
                <a:lnTo>
                  <a:pt x="1211" y="3230"/>
                </a:lnTo>
                <a:lnTo>
                  <a:pt x="1229" y="3302"/>
                </a:lnTo>
                <a:lnTo>
                  <a:pt x="1245" y="3364"/>
                </a:lnTo>
                <a:lnTo>
                  <a:pt x="1259" y="3415"/>
                </a:lnTo>
                <a:lnTo>
                  <a:pt x="1270" y="3456"/>
                </a:lnTo>
                <a:lnTo>
                  <a:pt x="1338" y="3518"/>
                </a:lnTo>
                <a:lnTo>
                  <a:pt x="1406" y="3578"/>
                </a:lnTo>
                <a:lnTo>
                  <a:pt x="1474" y="3635"/>
                </a:lnTo>
                <a:lnTo>
                  <a:pt x="1543" y="3690"/>
                </a:lnTo>
                <a:lnTo>
                  <a:pt x="1613" y="3742"/>
                </a:lnTo>
                <a:lnTo>
                  <a:pt x="1683" y="3792"/>
                </a:lnTo>
                <a:lnTo>
                  <a:pt x="1752" y="3839"/>
                </a:lnTo>
                <a:lnTo>
                  <a:pt x="1822" y="3885"/>
                </a:lnTo>
                <a:lnTo>
                  <a:pt x="1807" y="3807"/>
                </a:lnTo>
                <a:lnTo>
                  <a:pt x="1793" y="3730"/>
                </a:lnTo>
                <a:lnTo>
                  <a:pt x="1782" y="3655"/>
                </a:lnTo>
                <a:lnTo>
                  <a:pt x="1773" y="3582"/>
                </a:lnTo>
                <a:lnTo>
                  <a:pt x="1765" y="3510"/>
                </a:lnTo>
                <a:lnTo>
                  <a:pt x="1761" y="3441"/>
                </a:lnTo>
                <a:lnTo>
                  <a:pt x="1758" y="3374"/>
                </a:lnTo>
                <a:lnTo>
                  <a:pt x="1755" y="3309"/>
                </a:lnTo>
                <a:lnTo>
                  <a:pt x="1755" y="3246"/>
                </a:lnTo>
                <a:lnTo>
                  <a:pt x="1757" y="3186"/>
                </a:lnTo>
                <a:lnTo>
                  <a:pt x="1759" y="3127"/>
                </a:lnTo>
                <a:lnTo>
                  <a:pt x="1762" y="3070"/>
                </a:lnTo>
                <a:lnTo>
                  <a:pt x="1767" y="3016"/>
                </a:lnTo>
                <a:lnTo>
                  <a:pt x="1772" y="2964"/>
                </a:lnTo>
                <a:lnTo>
                  <a:pt x="1779" y="2915"/>
                </a:lnTo>
                <a:lnTo>
                  <a:pt x="1786" y="2868"/>
                </a:lnTo>
                <a:lnTo>
                  <a:pt x="1793" y="2823"/>
                </a:lnTo>
                <a:lnTo>
                  <a:pt x="1801" y="2781"/>
                </a:lnTo>
                <a:lnTo>
                  <a:pt x="1809" y="2742"/>
                </a:lnTo>
                <a:lnTo>
                  <a:pt x="1818" y="2705"/>
                </a:lnTo>
                <a:lnTo>
                  <a:pt x="1835" y="2639"/>
                </a:lnTo>
                <a:lnTo>
                  <a:pt x="1850" y="2584"/>
                </a:lnTo>
                <a:lnTo>
                  <a:pt x="1864" y="2542"/>
                </a:lnTo>
                <a:lnTo>
                  <a:pt x="1875" y="2511"/>
                </a:lnTo>
                <a:lnTo>
                  <a:pt x="1885" y="2485"/>
                </a:lnTo>
                <a:lnTo>
                  <a:pt x="1884" y="2552"/>
                </a:lnTo>
                <a:lnTo>
                  <a:pt x="1884" y="2620"/>
                </a:lnTo>
                <a:lnTo>
                  <a:pt x="1886" y="2686"/>
                </a:lnTo>
                <a:lnTo>
                  <a:pt x="1889" y="2753"/>
                </a:lnTo>
                <a:lnTo>
                  <a:pt x="1894" y="2819"/>
                </a:lnTo>
                <a:lnTo>
                  <a:pt x="1900" y="2883"/>
                </a:lnTo>
                <a:lnTo>
                  <a:pt x="1908" y="2948"/>
                </a:lnTo>
                <a:lnTo>
                  <a:pt x="1917" y="3012"/>
                </a:lnTo>
                <a:lnTo>
                  <a:pt x="1928" y="3075"/>
                </a:lnTo>
                <a:lnTo>
                  <a:pt x="1939" y="3137"/>
                </a:lnTo>
                <a:lnTo>
                  <a:pt x="1952" y="3198"/>
                </a:lnTo>
                <a:lnTo>
                  <a:pt x="1965" y="3258"/>
                </a:lnTo>
                <a:lnTo>
                  <a:pt x="1979" y="3317"/>
                </a:lnTo>
                <a:lnTo>
                  <a:pt x="1993" y="3375"/>
                </a:lnTo>
                <a:lnTo>
                  <a:pt x="2009" y="3432"/>
                </a:lnTo>
                <a:lnTo>
                  <a:pt x="2024" y="3487"/>
                </a:lnTo>
                <a:lnTo>
                  <a:pt x="2041" y="3541"/>
                </a:lnTo>
                <a:lnTo>
                  <a:pt x="2057" y="3594"/>
                </a:lnTo>
                <a:lnTo>
                  <a:pt x="2073" y="3644"/>
                </a:lnTo>
                <a:lnTo>
                  <a:pt x="2091" y="3694"/>
                </a:lnTo>
                <a:lnTo>
                  <a:pt x="2125" y="3787"/>
                </a:lnTo>
                <a:lnTo>
                  <a:pt x="2158" y="3873"/>
                </a:lnTo>
                <a:lnTo>
                  <a:pt x="2190" y="3951"/>
                </a:lnTo>
                <a:lnTo>
                  <a:pt x="2221" y="4021"/>
                </a:lnTo>
                <a:lnTo>
                  <a:pt x="2248" y="4081"/>
                </a:lnTo>
                <a:lnTo>
                  <a:pt x="2272" y="4131"/>
                </a:lnTo>
                <a:lnTo>
                  <a:pt x="2354" y="4169"/>
                </a:lnTo>
                <a:lnTo>
                  <a:pt x="2435" y="4204"/>
                </a:lnTo>
                <a:lnTo>
                  <a:pt x="2512" y="4235"/>
                </a:lnTo>
                <a:lnTo>
                  <a:pt x="2586" y="4264"/>
                </a:lnTo>
                <a:lnTo>
                  <a:pt x="2656" y="4290"/>
                </a:lnTo>
                <a:lnTo>
                  <a:pt x="2721" y="4312"/>
                </a:lnTo>
                <a:lnTo>
                  <a:pt x="2783" y="4332"/>
                </a:lnTo>
                <a:lnTo>
                  <a:pt x="2839" y="4350"/>
                </a:lnTo>
                <a:lnTo>
                  <a:pt x="2890" y="4365"/>
                </a:lnTo>
                <a:lnTo>
                  <a:pt x="2936" y="4378"/>
                </a:lnTo>
                <a:lnTo>
                  <a:pt x="3008" y="4397"/>
                </a:lnTo>
                <a:lnTo>
                  <a:pt x="3054" y="4407"/>
                </a:lnTo>
                <a:lnTo>
                  <a:pt x="3069" y="4410"/>
                </a:lnTo>
                <a:lnTo>
                  <a:pt x="3075" y="4391"/>
                </a:lnTo>
                <a:lnTo>
                  <a:pt x="3091" y="4339"/>
                </a:lnTo>
                <a:lnTo>
                  <a:pt x="3101" y="4300"/>
                </a:lnTo>
                <a:lnTo>
                  <a:pt x="3112" y="4253"/>
                </a:lnTo>
                <a:lnTo>
                  <a:pt x="3123" y="4200"/>
                </a:lnTo>
                <a:lnTo>
                  <a:pt x="3134" y="4139"/>
                </a:lnTo>
                <a:lnTo>
                  <a:pt x="3144" y="4073"/>
                </a:lnTo>
                <a:lnTo>
                  <a:pt x="3154" y="4001"/>
                </a:lnTo>
                <a:lnTo>
                  <a:pt x="3162" y="3923"/>
                </a:lnTo>
                <a:lnTo>
                  <a:pt x="3165" y="3882"/>
                </a:lnTo>
                <a:lnTo>
                  <a:pt x="3168" y="3839"/>
                </a:lnTo>
                <a:lnTo>
                  <a:pt x="3170" y="3796"/>
                </a:lnTo>
                <a:lnTo>
                  <a:pt x="3171" y="3751"/>
                </a:lnTo>
                <a:lnTo>
                  <a:pt x="3171" y="3705"/>
                </a:lnTo>
                <a:lnTo>
                  <a:pt x="3171" y="3659"/>
                </a:lnTo>
                <a:lnTo>
                  <a:pt x="3170" y="3611"/>
                </a:lnTo>
                <a:lnTo>
                  <a:pt x="3168" y="3562"/>
                </a:lnTo>
                <a:lnTo>
                  <a:pt x="3164" y="3512"/>
                </a:lnTo>
                <a:lnTo>
                  <a:pt x="3160" y="3461"/>
                </a:lnTo>
                <a:lnTo>
                  <a:pt x="3154" y="3410"/>
                </a:lnTo>
                <a:lnTo>
                  <a:pt x="3148" y="3359"/>
                </a:lnTo>
                <a:lnTo>
                  <a:pt x="3140" y="3305"/>
                </a:lnTo>
                <a:lnTo>
                  <a:pt x="3131" y="3251"/>
                </a:lnTo>
                <a:lnTo>
                  <a:pt x="3121" y="3198"/>
                </a:lnTo>
                <a:lnTo>
                  <a:pt x="3109" y="3143"/>
                </a:lnTo>
                <a:lnTo>
                  <a:pt x="3095" y="3087"/>
                </a:lnTo>
                <a:lnTo>
                  <a:pt x="3080" y="3032"/>
                </a:lnTo>
                <a:lnTo>
                  <a:pt x="3063" y="2976"/>
                </a:lnTo>
                <a:lnTo>
                  <a:pt x="3045" y="2919"/>
                </a:lnTo>
                <a:lnTo>
                  <a:pt x="3025" y="2863"/>
                </a:lnTo>
                <a:lnTo>
                  <a:pt x="3003" y="2805"/>
                </a:lnTo>
                <a:lnTo>
                  <a:pt x="2979" y="2748"/>
                </a:lnTo>
                <a:lnTo>
                  <a:pt x="2953" y="2692"/>
                </a:lnTo>
                <a:lnTo>
                  <a:pt x="2926" y="2634"/>
                </a:lnTo>
                <a:lnTo>
                  <a:pt x="2895" y="2576"/>
                </a:lnTo>
                <a:lnTo>
                  <a:pt x="2864" y="2519"/>
                </a:lnTo>
                <a:lnTo>
                  <a:pt x="2830" y="2461"/>
                </a:lnTo>
                <a:lnTo>
                  <a:pt x="2793" y="2403"/>
                </a:lnTo>
                <a:lnTo>
                  <a:pt x="2755" y="2346"/>
                </a:lnTo>
                <a:lnTo>
                  <a:pt x="2714" y="2288"/>
                </a:lnTo>
                <a:lnTo>
                  <a:pt x="2670" y="2231"/>
                </a:lnTo>
                <a:lnTo>
                  <a:pt x="2624" y="2174"/>
                </a:lnTo>
                <a:lnTo>
                  <a:pt x="2576" y="2117"/>
                </a:lnTo>
                <a:lnTo>
                  <a:pt x="2525" y="2061"/>
                </a:lnTo>
                <a:lnTo>
                  <a:pt x="2472" y="2006"/>
                </a:lnTo>
                <a:lnTo>
                  <a:pt x="2415" y="1950"/>
                </a:lnTo>
                <a:lnTo>
                  <a:pt x="2356" y="1895"/>
                </a:lnTo>
                <a:lnTo>
                  <a:pt x="2293" y="1842"/>
                </a:lnTo>
                <a:lnTo>
                  <a:pt x="2228" y="1788"/>
                </a:lnTo>
                <a:lnTo>
                  <a:pt x="2160" y="1735"/>
                </a:lnTo>
                <a:lnTo>
                  <a:pt x="2089" y="1682"/>
                </a:lnTo>
                <a:lnTo>
                  <a:pt x="1983" y="1605"/>
                </a:lnTo>
                <a:lnTo>
                  <a:pt x="1881" y="1528"/>
                </a:lnTo>
                <a:lnTo>
                  <a:pt x="1783" y="1451"/>
                </a:lnTo>
                <a:lnTo>
                  <a:pt x="1688" y="1374"/>
                </a:lnTo>
                <a:lnTo>
                  <a:pt x="1598" y="1297"/>
                </a:lnTo>
                <a:lnTo>
                  <a:pt x="1511" y="1222"/>
                </a:lnTo>
                <a:lnTo>
                  <a:pt x="1429" y="1147"/>
                </a:lnTo>
                <a:lnTo>
                  <a:pt x="1349" y="1073"/>
                </a:lnTo>
                <a:lnTo>
                  <a:pt x="1274" y="1000"/>
                </a:lnTo>
                <a:lnTo>
                  <a:pt x="1201" y="928"/>
                </a:lnTo>
                <a:lnTo>
                  <a:pt x="1132" y="858"/>
                </a:lnTo>
                <a:lnTo>
                  <a:pt x="1067" y="789"/>
                </a:lnTo>
                <a:lnTo>
                  <a:pt x="1006" y="722"/>
                </a:lnTo>
                <a:lnTo>
                  <a:pt x="948" y="657"/>
                </a:lnTo>
                <a:lnTo>
                  <a:pt x="893" y="594"/>
                </a:lnTo>
                <a:lnTo>
                  <a:pt x="842" y="533"/>
                </a:lnTo>
                <a:lnTo>
                  <a:pt x="794" y="475"/>
                </a:lnTo>
                <a:lnTo>
                  <a:pt x="749" y="420"/>
                </a:lnTo>
                <a:lnTo>
                  <a:pt x="708" y="366"/>
                </a:lnTo>
                <a:lnTo>
                  <a:pt x="670" y="316"/>
                </a:lnTo>
                <a:lnTo>
                  <a:pt x="634" y="269"/>
                </a:lnTo>
                <a:lnTo>
                  <a:pt x="603" y="225"/>
                </a:lnTo>
                <a:lnTo>
                  <a:pt x="550" y="147"/>
                </a:lnTo>
                <a:lnTo>
                  <a:pt x="508" y="85"/>
                </a:lnTo>
                <a:lnTo>
                  <a:pt x="479" y="39"/>
                </a:lnTo>
                <a:lnTo>
                  <a:pt x="456" y="0"/>
                </a:lnTo>
                <a:close/>
              </a:path>
            </a:pathLst>
          </a:custGeom>
          <a:gradFill flip="none" rotWithShape="1">
            <a:gsLst>
              <a:gs pos="100000">
                <a:srgbClr val="FCFCFC"/>
              </a:gs>
              <a:gs pos="0">
                <a:srgbClr val="CCCCCC"/>
              </a:gs>
            </a:gsLst>
            <a:lin ang="7200000" scaled="0"/>
            <a:tileRect/>
          </a:gradFill>
          <a:ln w="9525">
            <a:gradFill>
              <a:gsLst>
                <a:gs pos="89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7200000" scaled="0"/>
            </a:gradFill>
          </a:ln>
          <a:effectLst>
            <a:outerShdw blurRad="114300" dist="63500" dir="6600000" sx="103000" sy="103000" algn="tr" rotWithShape="0">
              <a:srgbClr val="4A97BE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/>
            <a:endParaRPr lang="zh-CN" altLang="en-US" sz="1015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97A6B-6673-4A92-B698-9397FF0D32B8}" type="datetimeFigureOut">
              <a:rPr lang="zh-CN" altLang="en-US" smtClean="0"/>
              <a:t>2023/10/26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41E75-2836-473E-9F4A-F0E26D69199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文本占位符 6"/>
          <p:cNvSpPr>
            <a:spLocks noGrp="1"/>
          </p:cNvSpPr>
          <p:nvPr>
            <p:ph type="body" sz="quarter" idx="13" hasCustomPrompt="1"/>
          </p:nvPr>
        </p:nvSpPr>
        <p:spPr>
          <a:xfrm>
            <a:off x="1162050" y="516839"/>
            <a:ext cx="4737100" cy="469900"/>
          </a:xfrm>
        </p:spPr>
        <p:txBody>
          <a:bodyPr>
            <a:noAutofit/>
          </a:bodyPr>
          <a:lstStyle>
            <a:lvl1pPr marL="0" indent="0">
              <a:buNone/>
              <a:defRPr sz="32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7" name="KSO_Shape"/>
          <p:cNvSpPr/>
          <p:nvPr userDrawn="1"/>
        </p:nvSpPr>
        <p:spPr bwMode="auto">
          <a:xfrm>
            <a:off x="336550" y="294589"/>
            <a:ext cx="812800" cy="812800"/>
          </a:xfrm>
          <a:custGeom>
            <a:avLst/>
            <a:gdLst/>
            <a:ahLst/>
            <a:cxnLst/>
            <a:rect l="0" t="0" r="r" b="b"/>
            <a:pathLst>
              <a:path w="1530350" h="1536700">
                <a:moveTo>
                  <a:pt x="762317" y="817562"/>
                </a:moveTo>
                <a:lnTo>
                  <a:pt x="1000329" y="1069880"/>
                </a:lnTo>
                <a:lnTo>
                  <a:pt x="1026387" y="1100069"/>
                </a:lnTo>
                <a:lnTo>
                  <a:pt x="1038780" y="1115005"/>
                </a:lnTo>
                <a:lnTo>
                  <a:pt x="1050855" y="1129305"/>
                </a:lnTo>
                <a:lnTo>
                  <a:pt x="1062295" y="1144241"/>
                </a:lnTo>
                <a:lnTo>
                  <a:pt x="1073099" y="1158859"/>
                </a:lnTo>
                <a:lnTo>
                  <a:pt x="1083268" y="1173794"/>
                </a:lnTo>
                <a:lnTo>
                  <a:pt x="1092801" y="1189048"/>
                </a:lnTo>
                <a:lnTo>
                  <a:pt x="1097250" y="1196675"/>
                </a:lnTo>
                <a:lnTo>
                  <a:pt x="1101381" y="1204619"/>
                </a:lnTo>
                <a:lnTo>
                  <a:pt x="1105512" y="1212246"/>
                </a:lnTo>
                <a:lnTo>
                  <a:pt x="1109007" y="1220190"/>
                </a:lnTo>
                <a:lnTo>
                  <a:pt x="1112503" y="1228135"/>
                </a:lnTo>
                <a:lnTo>
                  <a:pt x="1115998" y="1236397"/>
                </a:lnTo>
                <a:lnTo>
                  <a:pt x="1118541" y="1244660"/>
                </a:lnTo>
                <a:lnTo>
                  <a:pt x="1121401" y="1253240"/>
                </a:lnTo>
                <a:lnTo>
                  <a:pt x="1123625" y="1261820"/>
                </a:lnTo>
                <a:lnTo>
                  <a:pt x="1126167" y="1270400"/>
                </a:lnTo>
                <a:lnTo>
                  <a:pt x="1127756" y="1279298"/>
                </a:lnTo>
                <a:lnTo>
                  <a:pt x="1129027" y="1288513"/>
                </a:lnTo>
                <a:lnTo>
                  <a:pt x="1130298" y="1297729"/>
                </a:lnTo>
                <a:lnTo>
                  <a:pt x="1131569" y="1307262"/>
                </a:lnTo>
                <a:lnTo>
                  <a:pt x="1131887" y="1316796"/>
                </a:lnTo>
                <a:lnTo>
                  <a:pt x="1131887" y="1326965"/>
                </a:lnTo>
                <a:lnTo>
                  <a:pt x="1131887" y="1337452"/>
                </a:lnTo>
                <a:lnTo>
                  <a:pt x="1131252" y="1348256"/>
                </a:lnTo>
                <a:lnTo>
                  <a:pt x="1129663" y="1358743"/>
                </a:lnTo>
                <a:lnTo>
                  <a:pt x="1127756" y="1368912"/>
                </a:lnTo>
                <a:lnTo>
                  <a:pt x="1125214" y="1379081"/>
                </a:lnTo>
                <a:lnTo>
                  <a:pt x="1122672" y="1389250"/>
                </a:lnTo>
                <a:lnTo>
                  <a:pt x="1119494" y="1398783"/>
                </a:lnTo>
                <a:lnTo>
                  <a:pt x="1115681" y="1408634"/>
                </a:lnTo>
                <a:lnTo>
                  <a:pt x="1111232" y="1417532"/>
                </a:lnTo>
                <a:lnTo>
                  <a:pt x="1106465" y="1427066"/>
                </a:lnTo>
                <a:lnTo>
                  <a:pt x="1101381" y="1435646"/>
                </a:lnTo>
                <a:lnTo>
                  <a:pt x="1095979" y="1444226"/>
                </a:lnTo>
                <a:lnTo>
                  <a:pt x="1090259" y="1452170"/>
                </a:lnTo>
                <a:lnTo>
                  <a:pt x="1083903" y="1460433"/>
                </a:lnTo>
                <a:lnTo>
                  <a:pt x="1077230" y="1467742"/>
                </a:lnTo>
                <a:lnTo>
                  <a:pt x="1070875" y="1475368"/>
                </a:lnTo>
                <a:lnTo>
                  <a:pt x="1063248" y="1482360"/>
                </a:lnTo>
                <a:lnTo>
                  <a:pt x="1055622" y="1489033"/>
                </a:lnTo>
                <a:lnTo>
                  <a:pt x="1047677" y="1495071"/>
                </a:lnTo>
                <a:lnTo>
                  <a:pt x="1039415" y="1501109"/>
                </a:lnTo>
                <a:lnTo>
                  <a:pt x="1031153" y="1506511"/>
                </a:lnTo>
                <a:lnTo>
                  <a:pt x="1021938" y="1511595"/>
                </a:lnTo>
                <a:lnTo>
                  <a:pt x="1013040" y="1516044"/>
                </a:lnTo>
                <a:lnTo>
                  <a:pt x="1003825" y="1520493"/>
                </a:lnTo>
                <a:lnTo>
                  <a:pt x="994291" y="1523989"/>
                </a:lnTo>
                <a:lnTo>
                  <a:pt x="984758" y="1527484"/>
                </a:lnTo>
                <a:lnTo>
                  <a:pt x="974590" y="1530027"/>
                </a:lnTo>
                <a:lnTo>
                  <a:pt x="964421" y="1532569"/>
                </a:lnTo>
                <a:lnTo>
                  <a:pt x="953934" y="1534476"/>
                </a:lnTo>
                <a:lnTo>
                  <a:pt x="943766" y="1535747"/>
                </a:lnTo>
                <a:lnTo>
                  <a:pt x="932961" y="1536382"/>
                </a:lnTo>
                <a:lnTo>
                  <a:pt x="921839" y="1536700"/>
                </a:lnTo>
                <a:lnTo>
                  <a:pt x="909446" y="1536382"/>
                </a:lnTo>
                <a:lnTo>
                  <a:pt x="897371" y="1535111"/>
                </a:lnTo>
                <a:lnTo>
                  <a:pt x="885295" y="1533205"/>
                </a:lnTo>
                <a:lnTo>
                  <a:pt x="873538" y="1530980"/>
                </a:lnTo>
                <a:lnTo>
                  <a:pt x="862734" y="1527802"/>
                </a:lnTo>
                <a:lnTo>
                  <a:pt x="851929" y="1523989"/>
                </a:lnTo>
                <a:lnTo>
                  <a:pt x="841443" y="1519222"/>
                </a:lnTo>
                <a:lnTo>
                  <a:pt x="831274" y="1514138"/>
                </a:lnTo>
                <a:lnTo>
                  <a:pt x="821105" y="1508418"/>
                </a:lnTo>
                <a:lnTo>
                  <a:pt x="811572" y="1502062"/>
                </a:lnTo>
                <a:lnTo>
                  <a:pt x="802357" y="1495389"/>
                </a:lnTo>
                <a:lnTo>
                  <a:pt x="793777" y="1488080"/>
                </a:lnTo>
                <a:lnTo>
                  <a:pt x="785197" y="1480453"/>
                </a:lnTo>
                <a:lnTo>
                  <a:pt x="776935" y="1472191"/>
                </a:lnTo>
                <a:lnTo>
                  <a:pt x="769626" y="1463293"/>
                </a:lnTo>
                <a:lnTo>
                  <a:pt x="762317" y="1453759"/>
                </a:lnTo>
                <a:lnTo>
                  <a:pt x="754691" y="1463293"/>
                </a:lnTo>
                <a:lnTo>
                  <a:pt x="747064" y="1472191"/>
                </a:lnTo>
                <a:lnTo>
                  <a:pt x="738802" y="1480453"/>
                </a:lnTo>
                <a:lnTo>
                  <a:pt x="730540" y="1488080"/>
                </a:lnTo>
                <a:lnTo>
                  <a:pt x="721642" y="1495389"/>
                </a:lnTo>
                <a:lnTo>
                  <a:pt x="712427" y="1502062"/>
                </a:lnTo>
                <a:lnTo>
                  <a:pt x="702894" y="1508418"/>
                </a:lnTo>
                <a:lnTo>
                  <a:pt x="693361" y="1514138"/>
                </a:lnTo>
                <a:lnTo>
                  <a:pt x="683192" y="1519222"/>
                </a:lnTo>
                <a:lnTo>
                  <a:pt x="672705" y="1523989"/>
                </a:lnTo>
                <a:lnTo>
                  <a:pt x="661583" y="1527802"/>
                </a:lnTo>
                <a:lnTo>
                  <a:pt x="650461" y="1530980"/>
                </a:lnTo>
                <a:lnTo>
                  <a:pt x="638704" y="1533205"/>
                </a:lnTo>
                <a:lnTo>
                  <a:pt x="626628" y="1535111"/>
                </a:lnTo>
                <a:lnTo>
                  <a:pt x="614553" y="1536382"/>
                </a:lnTo>
                <a:lnTo>
                  <a:pt x="602160" y="1536700"/>
                </a:lnTo>
                <a:lnTo>
                  <a:pt x="591355" y="1536382"/>
                </a:lnTo>
                <a:lnTo>
                  <a:pt x="580869" y="1535747"/>
                </a:lnTo>
                <a:lnTo>
                  <a:pt x="570065" y="1534476"/>
                </a:lnTo>
                <a:lnTo>
                  <a:pt x="559578" y="1532569"/>
                </a:lnTo>
                <a:lnTo>
                  <a:pt x="549409" y="1530027"/>
                </a:lnTo>
                <a:lnTo>
                  <a:pt x="539559" y="1527484"/>
                </a:lnTo>
                <a:lnTo>
                  <a:pt x="529708" y="1523989"/>
                </a:lnTo>
                <a:lnTo>
                  <a:pt x="520492" y="1520493"/>
                </a:lnTo>
                <a:lnTo>
                  <a:pt x="510959" y="1516044"/>
                </a:lnTo>
                <a:lnTo>
                  <a:pt x="502061" y="1511595"/>
                </a:lnTo>
                <a:lnTo>
                  <a:pt x="493164" y="1506511"/>
                </a:lnTo>
                <a:lnTo>
                  <a:pt x="484584" y="1501109"/>
                </a:lnTo>
                <a:lnTo>
                  <a:pt x="476322" y="1495071"/>
                </a:lnTo>
                <a:lnTo>
                  <a:pt x="468377" y="1489033"/>
                </a:lnTo>
                <a:lnTo>
                  <a:pt x="460751" y="1482360"/>
                </a:lnTo>
                <a:lnTo>
                  <a:pt x="453760" y="1475368"/>
                </a:lnTo>
                <a:lnTo>
                  <a:pt x="446769" y="1467742"/>
                </a:lnTo>
                <a:lnTo>
                  <a:pt x="440096" y="1460433"/>
                </a:lnTo>
                <a:lnTo>
                  <a:pt x="433740" y="1452170"/>
                </a:lnTo>
                <a:lnTo>
                  <a:pt x="428020" y="1444226"/>
                </a:lnTo>
                <a:lnTo>
                  <a:pt x="422618" y="1435646"/>
                </a:lnTo>
                <a:lnTo>
                  <a:pt x="417534" y="1427066"/>
                </a:lnTo>
                <a:lnTo>
                  <a:pt x="412767" y="1417532"/>
                </a:lnTo>
                <a:lnTo>
                  <a:pt x="408636" y="1408634"/>
                </a:lnTo>
                <a:lnTo>
                  <a:pt x="404505" y="1398783"/>
                </a:lnTo>
                <a:lnTo>
                  <a:pt x="401645" y="1389250"/>
                </a:lnTo>
                <a:lnTo>
                  <a:pt x="398785" y="1379081"/>
                </a:lnTo>
                <a:lnTo>
                  <a:pt x="396561" y="1368912"/>
                </a:lnTo>
                <a:lnTo>
                  <a:pt x="394654" y="1358743"/>
                </a:lnTo>
                <a:lnTo>
                  <a:pt x="393065" y="1348256"/>
                </a:lnTo>
                <a:lnTo>
                  <a:pt x="392112" y="1337452"/>
                </a:lnTo>
                <a:lnTo>
                  <a:pt x="392112" y="1326965"/>
                </a:lnTo>
                <a:lnTo>
                  <a:pt x="392112" y="1316796"/>
                </a:lnTo>
                <a:lnTo>
                  <a:pt x="392430" y="1307262"/>
                </a:lnTo>
                <a:lnTo>
                  <a:pt x="393701" y="1297729"/>
                </a:lnTo>
                <a:lnTo>
                  <a:pt x="394972" y="1288513"/>
                </a:lnTo>
                <a:lnTo>
                  <a:pt x="396561" y="1279298"/>
                </a:lnTo>
                <a:lnTo>
                  <a:pt x="398150" y="1270400"/>
                </a:lnTo>
                <a:lnTo>
                  <a:pt x="400374" y="1261820"/>
                </a:lnTo>
                <a:lnTo>
                  <a:pt x="402598" y="1253240"/>
                </a:lnTo>
                <a:lnTo>
                  <a:pt x="405458" y="1244660"/>
                </a:lnTo>
                <a:lnTo>
                  <a:pt x="408318" y="1236397"/>
                </a:lnTo>
                <a:lnTo>
                  <a:pt x="411814" y="1228135"/>
                </a:lnTo>
                <a:lnTo>
                  <a:pt x="415309" y="1220190"/>
                </a:lnTo>
                <a:lnTo>
                  <a:pt x="418805" y="1212246"/>
                </a:lnTo>
                <a:lnTo>
                  <a:pt x="422618" y="1204619"/>
                </a:lnTo>
                <a:lnTo>
                  <a:pt x="426749" y="1196675"/>
                </a:lnTo>
                <a:lnTo>
                  <a:pt x="431198" y="1189048"/>
                </a:lnTo>
                <a:lnTo>
                  <a:pt x="440731" y="1173794"/>
                </a:lnTo>
                <a:lnTo>
                  <a:pt x="450900" y="1158859"/>
                </a:lnTo>
                <a:lnTo>
                  <a:pt x="462022" y="1144241"/>
                </a:lnTo>
                <a:lnTo>
                  <a:pt x="473144" y="1129305"/>
                </a:lnTo>
                <a:lnTo>
                  <a:pt x="485219" y="1115005"/>
                </a:lnTo>
                <a:lnTo>
                  <a:pt x="497613" y="1100069"/>
                </a:lnTo>
                <a:lnTo>
                  <a:pt x="523988" y="1069880"/>
                </a:lnTo>
                <a:lnTo>
                  <a:pt x="762317" y="817562"/>
                </a:lnTo>
                <a:close/>
                <a:moveTo>
                  <a:pt x="1320615" y="398462"/>
                </a:moveTo>
                <a:lnTo>
                  <a:pt x="1331419" y="398780"/>
                </a:lnTo>
                <a:lnTo>
                  <a:pt x="1341906" y="399733"/>
                </a:lnTo>
                <a:lnTo>
                  <a:pt x="1352393" y="401321"/>
                </a:lnTo>
                <a:lnTo>
                  <a:pt x="1362880" y="402909"/>
                </a:lnTo>
                <a:lnTo>
                  <a:pt x="1373049" y="405132"/>
                </a:lnTo>
                <a:lnTo>
                  <a:pt x="1382900" y="408309"/>
                </a:lnTo>
                <a:lnTo>
                  <a:pt x="1392433" y="411485"/>
                </a:lnTo>
                <a:lnTo>
                  <a:pt x="1402284" y="415297"/>
                </a:lnTo>
                <a:lnTo>
                  <a:pt x="1411500" y="419426"/>
                </a:lnTo>
                <a:lnTo>
                  <a:pt x="1420716" y="424191"/>
                </a:lnTo>
                <a:lnTo>
                  <a:pt x="1428978" y="429273"/>
                </a:lnTo>
                <a:lnTo>
                  <a:pt x="1437558" y="434673"/>
                </a:lnTo>
                <a:lnTo>
                  <a:pt x="1445820" y="440390"/>
                </a:lnTo>
                <a:lnTo>
                  <a:pt x="1454083" y="446743"/>
                </a:lnTo>
                <a:lnTo>
                  <a:pt x="1461392" y="453413"/>
                </a:lnTo>
                <a:lnTo>
                  <a:pt x="1469018" y="460083"/>
                </a:lnTo>
                <a:lnTo>
                  <a:pt x="1476010" y="467389"/>
                </a:lnTo>
                <a:lnTo>
                  <a:pt x="1482365" y="475330"/>
                </a:lnTo>
                <a:lnTo>
                  <a:pt x="1488721" y="482953"/>
                </a:lnTo>
                <a:lnTo>
                  <a:pt x="1494441" y="491212"/>
                </a:lnTo>
                <a:lnTo>
                  <a:pt x="1500161" y="499788"/>
                </a:lnTo>
                <a:lnTo>
                  <a:pt x="1505245" y="508682"/>
                </a:lnTo>
                <a:lnTo>
                  <a:pt x="1509694" y="517576"/>
                </a:lnTo>
                <a:lnTo>
                  <a:pt x="1514143" y="527105"/>
                </a:lnTo>
                <a:lnTo>
                  <a:pt x="1517639" y="536316"/>
                </a:lnTo>
                <a:lnTo>
                  <a:pt x="1521134" y="546163"/>
                </a:lnTo>
                <a:lnTo>
                  <a:pt x="1523677" y="556327"/>
                </a:lnTo>
                <a:lnTo>
                  <a:pt x="1526219" y="566174"/>
                </a:lnTo>
                <a:lnTo>
                  <a:pt x="1528126" y="576656"/>
                </a:lnTo>
                <a:lnTo>
                  <a:pt x="1529397" y="587456"/>
                </a:lnTo>
                <a:lnTo>
                  <a:pt x="1530032" y="597938"/>
                </a:lnTo>
                <a:lnTo>
                  <a:pt x="1530350" y="608737"/>
                </a:lnTo>
                <a:lnTo>
                  <a:pt x="1530032" y="621125"/>
                </a:lnTo>
                <a:lnTo>
                  <a:pt x="1528761" y="633195"/>
                </a:lnTo>
                <a:lnTo>
                  <a:pt x="1526855" y="645265"/>
                </a:lnTo>
                <a:lnTo>
                  <a:pt x="1524630" y="657018"/>
                </a:lnTo>
                <a:lnTo>
                  <a:pt x="1521452" y="668453"/>
                </a:lnTo>
                <a:lnTo>
                  <a:pt x="1517639" y="678935"/>
                </a:lnTo>
                <a:lnTo>
                  <a:pt x="1512872" y="689417"/>
                </a:lnTo>
                <a:lnTo>
                  <a:pt x="1507788" y="699899"/>
                </a:lnTo>
                <a:lnTo>
                  <a:pt x="1502385" y="709428"/>
                </a:lnTo>
                <a:lnTo>
                  <a:pt x="1495712" y="718957"/>
                </a:lnTo>
                <a:lnTo>
                  <a:pt x="1489039" y="728169"/>
                </a:lnTo>
                <a:lnTo>
                  <a:pt x="1481730" y="736745"/>
                </a:lnTo>
                <a:lnTo>
                  <a:pt x="1473785" y="745321"/>
                </a:lnTo>
                <a:lnTo>
                  <a:pt x="1465841" y="753579"/>
                </a:lnTo>
                <a:lnTo>
                  <a:pt x="1456943" y="760885"/>
                </a:lnTo>
                <a:lnTo>
                  <a:pt x="1447409" y="768508"/>
                </a:lnTo>
                <a:lnTo>
                  <a:pt x="1456943" y="775814"/>
                </a:lnTo>
                <a:lnTo>
                  <a:pt x="1465841" y="783437"/>
                </a:lnTo>
                <a:lnTo>
                  <a:pt x="1473785" y="791696"/>
                </a:lnTo>
                <a:lnTo>
                  <a:pt x="1481730" y="800272"/>
                </a:lnTo>
                <a:lnTo>
                  <a:pt x="1489039" y="808848"/>
                </a:lnTo>
                <a:lnTo>
                  <a:pt x="1495712" y="818060"/>
                </a:lnTo>
                <a:lnTo>
                  <a:pt x="1502385" y="827589"/>
                </a:lnTo>
                <a:lnTo>
                  <a:pt x="1507788" y="837435"/>
                </a:lnTo>
                <a:lnTo>
                  <a:pt x="1512872" y="847282"/>
                </a:lnTo>
                <a:lnTo>
                  <a:pt x="1517639" y="858082"/>
                </a:lnTo>
                <a:lnTo>
                  <a:pt x="1521452" y="868881"/>
                </a:lnTo>
                <a:lnTo>
                  <a:pt x="1524630" y="879999"/>
                </a:lnTo>
                <a:lnTo>
                  <a:pt x="1526855" y="891751"/>
                </a:lnTo>
                <a:lnTo>
                  <a:pt x="1528761" y="903821"/>
                </a:lnTo>
                <a:lnTo>
                  <a:pt x="1530032" y="915892"/>
                </a:lnTo>
                <a:lnTo>
                  <a:pt x="1530350" y="928279"/>
                </a:lnTo>
                <a:lnTo>
                  <a:pt x="1530032" y="939397"/>
                </a:lnTo>
                <a:lnTo>
                  <a:pt x="1529397" y="950196"/>
                </a:lnTo>
                <a:lnTo>
                  <a:pt x="1528126" y="960361"/>
                </a:lnTo>
                <a:lnTo>
                  <a:pt x="1526219" y="970843"/>
                </a:lnTo>
                <a:lnTo>
                  <a:pt x="1523677" y="981007"/>
                </a:lnTo>
                <a:lnTo>
                  <a:pt x="1521134" y="991171"/>
                </a:lnTo>
                <a:lnTo>
                  <a:pt x="1517639" y="1000701"/>
                </a:lnTo>
                <a:lnTo>
                  <a:pt x="1514143" y="1010230"/>
                </a:lnTo>
                <a:lnTo>
                  <a:pt x="1509694" y="1019441"/>
                </a:lnTo>
                <a:lnTo>
                  <a:pt x="1505245" y="1028335"/>
                </a:lnTo>
                <a:lnTo>
                  <a:pt x="1500161" y="1037546"/>
                </a:lnTo>
                <a:lnTo>
                  <a:pt x="1494441" y="1046123"/>
                </a:lnTo>
                <a:lnTo>
                  <a:pt x="1488721" y="1054063"/>
                </a:lnTo>
                <a:lnTo>
                  <a:pt x="1482365" y="1062004"/>
                </a:lnTo>
                <a:lnTo>
                  <a:pt x="1476010" y="1069628"/>
                </a:lnTo>
                <a:lnTo>
                  <a:pt x="1469018" y="1076616"/>
                </a:lnTo>
                <a:lnTo>
                  <a:pt x="1461392" y="1083604"/>
                </a:lnTo>
                <a:lnTo>
                  <a:pt x="1454083" y="1090274"/>
                </a:lnTo>
                <a:lnTo>
                  <a:pt x="1445820" y="1096627"/>
                </a:lnTo>
                <a:lnTo>
                  <a:pt x="1437558" y="1102344"/>
                </a:lnTo>
                <a:lnTo>
                  <a:pt x="1428978" y="1107744"/>
                </a:lnTo>
                <a:lnTo>
                  <a:pt x="1420716" y="1112826"/>
                </a:lnTo>
                <a:lnTo>
                  <a:pt x="1411500" y="1117591"/>
                </a:lnTo>
                <a:lnTo>
                  <a:pt x="1402284" y="1122038"/>
                </a:lnTo>
                <a:lnTo>
                  <a:pt x="1392433" y="1125532"/>
                </a:lnTo>
                <a:lnTo>
                  <a:pt x="1382900" y="1129026"/>
                </a:lnTo>
                <a:lnTo>
                  <a:pt x="1373049" y="1131567"/>
                </a:lnTo>
                <a:lnTo>
                  <a:pt x="1362880" y="1134108"/>
                </a:lnTo>
                <a:lnTo>
                  <a:pt x="1352393" y="1136014"/>
                </a:lnTo>
                <a:lnTo>
                  <a:pt x="1341906" y="1136967"/>
                </a:lnTo>
                <a:lnTo>
                  <a:pt x="1331419" y="1137919"/>
                </a:lnTo>
                <a:lnTo>
                  <a:pt x="1320615" y="1138237"/>
                </a:lnTo>
                <a:lnTo>
                  <a:pt x="1310764" y="1138237"/>
                </a:lnTo>
                <a:lnTo>
                  <a:pt x="1300912" y="1137602"/>
                </a:lnTo>
                <a:lnTo>
                  <a:pt x="1291697" y="1136649"/>
                </a:lnTo>
                <a:lnTo>
                  <a:pt x="1282163" y="1135696"/>
                </a:lnTo>
                <a:lnTo>
                  <a:pt x="1272948" y="1134108"/>
                </a:lnTo>
                <a:lnTo>
                  <a:pt x="1264368" y="1132520"/>
                </a:lnTo>
                <a:lnTo>
                  <a:pt x="1255470" y="1129979"/>
                </a:lnTo>
                <a:lnTo>
                  <a:pt x="1246890" y="1127755"/>
                </a:lnTo>
                <a:lnTo>
                  <a:pt x="1238310" y="1124896"/>
                </a:lnTo>
                <a:lnTo>
                  <a:pt x="1230047" y="1122038"/>
                </a:lnTo>
                <a:lnTo>
                  <a:pt x="1221785" y="1118861"/>
                </a:lnTo>
                <a:lnTo>
                  <a:pt x="1214158" y="1115367"/>
                </a:lnTo>
                <a:lnTo>
                  <a:pt x="1205896" y="1111873"/>
                </a:lnTo>
                <a:lnTo>
                  <a:pt x="1198269" y="1107744"/>
                </a:lnTo>
                <a:lnTo>
                  <a:pt x="1182698" y="1098850"/>
                </a:lnTo>
                <a:lnTo>
                  <a:pt x="1167762" y="1089639"/>
                </a:lnTo>
                <a:lnTo>
                  <a:pt x="1152509" y="1079474"/>
                </a:lnTo>
                <a:lnTo>
                  <a:pt x="1137891" y="1068675"/>
                </a:lnTo>
                <a:lnTo>
                  <a:pt x="1123273" y="1057240"/>
                </a:lnTo>
                <a:lnTo>
                  <a:pt x="1108655" y="1045170"/>
                </a:lnTo>
                <a:lnTo>
                  <a:pt x="1093719" y="1032782"/>
                </a:lnTo>
                <a:lnTo>
                  <a:pt x="1063212" y="1006736"/>
                </a:lnTo>
                <a:lnTo>
                  <a:pt x="811212" y="768508"/>
                </a:lnTo>
                <a:lnTo>
                  <a:pt x="1063212" y="530599"/>
                </a:lnTo>
                <a:lnTo>
                  <a:pt x="1093719" y="504235"/>
                </a:lnTo>
                <a:lnTo>
                  <a:pt x="1108655" y="491847"/>
                </a:lnTo>
                <a:lnTo>
                  <a:pt x="1123273" y="479777"/>
                </a:lnTo>
                <a:lnTo>
                  <a:pt x="1137891" y="468660"/>
                </a:lnTo>
                <a:lnTo>
                  <a:pt x="1152509" y="457542"/>
                </a:lnTo>
                <a:lnTo>
                  <a:pt x="1167762" y="447696"/>
                </a:lnTo>
                <a:lnTo>
                  <a:pt x="1182698" y="437849"/>
                </a:lnTo>
                <a:lnTo>
                  <a:pt x="1190325" y="433402"/>
                </a:lnTo>
                <a:lnTo>
                  <a:pt x="1198269" y="429273"/>
                </a:lnTo>
                <a:lnTo>
                  <a:pt x="1205896" y="425461"/>
                </a:lnTo>
                <a:lnTo>
                  <a:pt x="1214158" y="421967"/>
                </a:lnTo>
                <a:lnTo>
                  <a:pt x="1221785" y="418473"/>
                </a:lnTo>
                <a:lnTo>
                  <a:pt x="1230047" y="414979"/>
                </a:lnTo>
                <a:lnTo>
                  <a:pt x="1238310" y="412120"/>
                </a:lnTo>
                <a:lnTo>
                  <a:pt x="1246890" y="409262"/>
                </a:lnTo>
                <a:lnTo>
                  <a:pt x="1255470" y="407038"/>
                </a:lnTo>
                <a:lnTo>
                  <a:pt x="1264368" y="404815"/>
                </a:lnTo>
                <a:lnTo>
                  <a:pt x="1272948" y="402909"/>
                </a:lnTo>
                <a:lnTo>
                  <a:pt x="1282163" y="401638"/>
                </a:lnTo>
                <a:lnTo>
                  <a:pt x="1291697" y="400050"/>
                </a:lnTo>
                <a:lnTo>
                  <a:pt x="1300912" y="399415"/>
                </a:lnTo>
                <a:lnTo>
                  <a:pt x="1310764" y="398780"/>
                </a:lnTo>
                <a:lnTo>
                  <a:pt x="1320615" y="398462"/>
                </a:lnTo>
                <a:close/>
                <a:moveTo>
                  <a:pt x="209589" y="398462"/>
                </a:moveTo>
                <a:lnTo>
                  <a:pt x="219419" y="398462"/>
                </a:lnTo>
                <a:lnTo>
                  <a:pt x="228931" y="399097"/>
                </a:lnTo>
                <a:lnTo>
                  <a:pt x="238443" y="400050"/>
                </a:lnTo>
                <a:lnTo>
                  <a:pt x="247639" y="401003"/>
                </a:lnTo>
                <a:lnTo>
                  <a:pt x="256517" y="402591"/>
                </a:lnTo>
                <a:lnTo>
                  <a:pt x="265712" y="404497"/>
                </a:lnTo>
                <a:lnTo>
                  <a:pt x="274590" y="406721"/>
                </a:lnTo>
                <a:lnTo>
                  <a:pt x="283152" y="408944"/>
                </a:lnTo>
                <a:lnTo>
                  <a:pt x="291396" y="411803"/>
                </a:lnTo>
                <a:lnTo>
                  <a:pt x="299957" y="414662"/>
                </a:lnTo>
                <a:lnTo>
                  <a:pt x="307884" y="417838"/>
                </a:lnTo>
                <a:lnTo>
                  <a:pt x="315811" y="421332"/>
                </a:lnTo>
                <a:lnTo>
                  <a:pt x="324055" y="424826"/>
                </a:lnTo>
                <a:lnTo>
                  <a:pt x="331665" y="429273"/>
                </a:lnTo>
                <a:lnTo>
                  <a:pt x="339592" y="433084"/>
                </a:lnTo>
                <a:lnTo>
                  <a:pt x="346884" y="437849"/>
                </a:lnTo>
                <a:lnTo>
                  <a:pt x="362104" y="447060"/>
                </a:lnTo>
                <a:lnTo>
                  <a:pt x="377007" y="457225"/>
                </a:lnTo>
                <a:lnTo>
                  <a:pt x="391910" y="468024"/>
                </a:lnTo>
                <a:lnTo>
                  <a:pt x="406178" y="479777"/>
                </a:lnTo>
                <a:lnTo>
                  <a:pt x="421081" y="491529"/>
                </a:lnTo>
                <a:lnTo>
                  <a:pt x="435984" y="504235"/>
                </a:lnTo>
                <a:lnTo>
                  <a:pt x="465789" y="530281"/>
                </a:lnTo>
                <a:lnTo>
                  <a:pt x="717550" y="768191"/>
                </a:lnTo>
                <a:lnTo>
                  <a:pt x="465789" y="1006736"/>
                </a:lnTo>
                <a:lnTo>
                  <a:pt x="435984" y="1032147"/>
                </a:lnTo>
                <a:lnTo>
                  <a:pt x="421081" y="1045170"/>
                </a:lnTo>
                <a:lnTo>
                  <a:pt x="406178" y="1056922"/>
                </a:lnTo>
                <a:lnTo>
                  <a:pt x="391910" y="1068357"/>
                </a:lnTo>
                <a:lnTo>
                  <a:pt x="377007" y="1079474"/>
                </a:lnTo>
                <a:lnTo>
                  <a:pt x="362104" y="1089639"/>
                </a:lnTo>
                <a:lnTo>
                  <a:pt x="346884" y="1098850"/>
                </a:lnTo>
                <a:lnTo>
                  <a:pt x="339592" y="1103615"/>
                </a:lnTo>
                <a:lnTo>
                  <a:pt x="331665" y="1107426"/>
                </a:lnTo>
                <a:lnTo>
                  <a:pt x="324055" y="1111873"/>
                </a:lnTo>
                <a:lnTo>
                  <a:pt x="315811" y="1115367"/>
                </a:lnTo>
                <a:lnTo>
                  <a:pt x="307884" y="1118861"/>
                </a:lnTo>
                <a:lnTo>
                  <a:pt x="299957" y="1121720"/>
                </a:lnTo>
                <a:lnTo>
                  <a:pt x="291396" y="1124896"/>
                </a:lnTo>
                <a:lnTo>
                  <a:pt x="283152" y="1127755"/>
                </a:lnTo>
                <a:lnTo>
                  <a:pt x="274590" y="1129979"/>
                </a:lnTo>
                <a:lnTo>
                  <a:pt x="265712" y="1132202"/>
                </a:lnTo>
                <a:lnTo>
                  <a:pt x="256517" y="1133790"/>
                </a:lnTo>
                <a:lnTo>
                  <a:pt x="247639" y="1135378"/>
                </a:lnTo>
                <a:lnTo>
                  <a:pt x="238443" y="1136649"/>
                </a:lnTo>
                <a:lnTo>
                  <a:pt x="228931" y="1137284"/>
                </a:lnTo>
                <a:lnTo>
                  <a:pt x="219419" y="1138237"/>
                </a:lnTo>
                <a:lnTo>
                  <a:pt x="209589" y="1138237"/>
                </a:lnTo>
                <a:lnTo>
                  <a:pt x="198809" y="1137919"/>
                </a:lnTo>
                <a:lnTo>
                  <a:pt x="188345" y="1136967"/>
                </a:lnTo>
                <a:lnTo>
                  <a:pt x="177881" y="1136014"/>
                </a:lnTo>
                <a:lnTo>
                  <a:pt x="167418" y="1133790"/>
                </a:lnTo>
                <a:lnTo>
                  <a:pt x="157271" y="1131567"/>
                </a:lnTo>
                <a:lnTo>
                  <a:pt x="147125" y="1128708"/>
                </a:lnTo>
                <a:lnTo>
                  <a:pt x="137295" y="1125214"/>
                </a:lnTo>
                <a:lnTo>
                  <a:pt x="128100" y="1121720"/>
                </a:lnTo>
                <a:lnTo>
                  <a:pt x="118588" y="1117591"/>
                </a:lnTo>
                <a:lnTo>
                  <a:pt x="109709" y="1112826"/>
                </a:lnTo>
                <a:lnTo>
                  <a:pt x="100831" y="1107744"/>
                </a:lnTo>
                <a:lnTo>
                  <a:pt x="92270" y="1102344"/>
                </a:lnTo>
                <a:lnTo>
                  <a:pt x="84026" y="1096627"/>
                </a:lnTo>
                <a:lnTo>
                  <a:pt x="76416" y="1090274"/>
                </a:lnTo>
                <a:lnTo>
                  <a:pt x="68489" y="1083604"/>
                </a:lnTo>
                <a:lnTo>
                  <a:pt x="61513" y="1076616"/>
                </a:lnTo>
                <a:lnTo>
                  <a:pt x="54538" y="1069310"/>
                </a:lnTo>
                <a:lnTo>
                  <a:pt x="47879" y="1062004"/>
                </a:lnTo>
                <a:lnTo>
                  <a:pt x="41854" y="1054063"/>
                </a:lnTo>
                <a:lnTo>
                  <a:pt x="35830" y="1045487"/>
                </a:lnTo>
                <a:lnTo>
                  <a:pt x="30440" y="1037229"/>
                </a:lnTo>
                <a:lnTo>
                  <a:pt x="25366" y="1028335"/>
                </a:lnTo>
                <a:lnTo>
                  <a:pt x="20610" y="1019441"/>
                </a:lnTo>
                <a:lnTo>
                  <a:pt x="16488" y="1010230"/>
                </a:lnTo>
                <a:lnTo>
                  <a:pt x="13000" y="1000383"/>
                </a:lnTo>
                <a:lnTo>
                  <a:pt x="9512" y="990536"/>
                </a:lnTo>
                <a:lnTo>
                  <a:pt x="6659" y="981007"/>
                </a:lnTo>
                <a:lnTo>
                  <a:pt x="4439" y="970843"/>
                </a:lnTo>
                <a:lnTo>
                  <a:pt x="2537" y="960361"/>
                </a:lnTo>
                <a:lnTo>
                  <a:pt x="1268" y="949879"/>
                </a:lnTo>
                <a:lnTo>
                  <a:pt x="634" y="939079"/>
                </a:lnTo>
                <a:lnTo>
                  <a:pt x="0" y="928279"/>
                </a:lnTo>
                <a:lnTo>
                  <a:pt x="634" y="915892"/>
                </a:lnTo>
                <a:lnTo>
                  <a:pt x="1585" y="903504"/>
                </a:lnTo>
                <a:lnTo>
                  <a:pt x="3171" y="891434"/>
                </a:lnTo>
                <a:lnTo>
                  <a:pt x="6025" y="879999"/>
                </a:lnTo>
                <a:lnTo>
                  <a:pt x="9195" y="868881"/>
                </a:lnTo>
                <a:lnTo>
                  <a:pt x="13000" y="857764"/>
                </a:lnTo>
                <a:lnTo>
                  <a:pt x="17756" y="847282"/>
                </a:lnTo>
                <a:lnTo>
                  <a:pt x="22830" y="837118"/>
                </a:lnTo>
                <a:lnTo>
                  <a:pt x="28220" y="826953"/>
                </a:lnTo>
                <a:lnTo>
                  <a:pt x="34245" y="817742"/>
                </a:lnTo>
                <a:lnTo>
                  <a:pt x="41220" y="808848"/>
                </a:lnTo>
                <a:lnTo>
                  <a:pt x="48830" y="799954"/>
                </a:lnTo>
                <a:lnTo>
                  <a:pt x="56440" y="791378"/>
                </a:lnTo>
                <a:lnTo>
                  <a:pt x="64684" y="783437"/>
                </a:lnTo>
                <a:lnTo>
                  <a:pt x="73562" y="775814"/>
                </a:lnTo>
                <a:lnTo>
                  <a:pt x="82441" y="768191"/>
                </a:lnTo>
                <a:lnTo>
                  <a:pt x="73562" y="760885"/>
                </a:lnTo>
                <a:lnTo>
                  <a:pt x="64684" y="753262"/>
                </a:lnTo>
                <a:lnTo>
                  <a:pt x="56440" y="745003"/>
                </a:lnTo>
                <a:lnTo>
                  <a:pt x="48830" y="736745"/>
                </a:lnTo>
                <a:lnTo>
                  <a:pt x="41220" y="727851"/>
                </a:lnTo>
                <a:lnTo>
                  <a:pt x="34245" y="718957"/>
                </a:lnTo>
                <a:lnTo>
                  <a:pt x="28220" y="709110"/>
                </a:lnTo>
                <a:lnTo>
                  <a:pt x="22830" y="699264"/>
                </a:lnTo>
                <a:lnTo>
                  <a:pt x="17756" y="689417"/>
                </a:lnTo>
                <a:lnTo>
                  <a:pt x="13000" y="678617"/>
                </a:lnTo>
                <a:lnTo>
                  <a:pt x="9195" y="667818"/>
                </a:lnTo>
                <a:lnTo>
                  <a:pt x="6025" y="656700"/>
                </a:lnTo>
                <a:lnTo>
                  <a:pt x="3171" y="644948"/>
                </a:lnTo>
                <a:lnTo>
                  <a:pt x="1585" y="633195"/>
                </a:lnTo>
                <a:lnTo>
                  <a:pt x="634" y="620807"/>
                </a:lnTo>
                <a:lnTo>
                  <a:pt x="0" y="608420"/>
                </a:lnTo>
                <a:lnTo>
                  <a:pt x="634" y="597302"/>
                </a:lnTo>
                <a:lnTo>
                  <a:pt x="1268" y="586820"/>
                </a:lnTo>
                <a:lnTo>
                  <a:pt x="2537" y="576338"/>
                </a:lnTo>
                <a:lnTo>
                  <a:pt x="4439" y="565856"/>
                </a:lnTo>
                <a:lnTo>
                  <a:pt x="6659" y="555692"/>
                </a:lnTo>
                <a:lnTo>
                  <a:pt x="9512" y="545528"/>
                </a:lnTo>
                <a:lnTo>
                  <a:pt x="13000" y="535999"/>
                </a:lnTo>
                <a:lnTo>
                  <a:pt x="16488" y="526470"/>
                </a:lnTo>
                <a:lnTo>
                  <a:pt x="20610" y="517258"/>
                </a:lnTo>
                <a:lnTo>
                  <a:pt x="25366" y="508364"/>
                </a:lnTo>
                <a:lnTo>
                  <a:pt x="30440" y="499153"/>
                </a:lnTo>
                <a:lnTo>
                  <a:pt x="35830" y="490577"/>
                </a:lnTo>
                <a:lnTo>
                  <a:pt x="41854" y="482636"/>
                </a:lnTo>
                <a:lnTo>
                  <a:pt x="47879" y="474695"/>
                </a:lnTo>
                <a:lnTo>
                  <a:pt x="54538" y="467071"/>
                </a:lnTo>
                <a:lnTo>
                  <a:pt x="61513" y="460083"/>
                </a:lnTo>
                <a:lnTo>
                  <a:pt x="68489" y="452778"/>
                </a:lnTo>
                <a:lnTo>
                  <a:pt x="76416" y="446425"/>
                </a:lnTo>
                <a:lnTo>
                  <a:pt x="84026" y="440072"/>
                </a:lnTo>
                <a:lnTo>
                  <a:pt x="92270" y="434355"/>
                </a:lnTo>
                <a:lnTo>
                  <a:pt x="100831" y="428637"/>
                </a:lnTo>
                <a:lnTo>
                  <a:pt x="109709" y="423873"/>
                </a:lnTo>
                <a:lnTo>
                  <a:pt x="118588" y="419108"/>
                </a:lnTo>
                <a:lnTo>
                  <a:pt x="128100" y="414662"/>
                </a:lnTo>
                <a:lnTo>
                  <a:pt x="137295" y="411167"/>
                </a:lnTo>
                <a:lnTo>
                  <a:pt x="147125" y="407673"/>
                </a:lnTo>
                <a:lnTo>
                  <a:pt x="157271" y="405132"/>
                </a:lnTo>
                <a:lnTo>
                  <a:pt x="167418" y="402591"/>
                </a:lnTo>
                <a:lnTo>
                  <a:pt x="177881" y="400685"/>
                </a:lnTo>
                <a:lnTo>
                  <a:pt x="188345" y="399733"/>
                </a:lnTo>
                <a:lnTo>
                  <a:pt x="198809" y="398780"/>
                </a:lnTo>
                <a:lnTo>
                  <a:pt x="209589" y="398462"/>
                </a:lnTo>
                <a:close/>
                <a:moveTo>
                  <a:pt x="607969" y="0"/>
                </a:moveTo>
                <a:lnTo>
                  <a:pt x="620964" y="318"/>
                </a:lnTo>
                <a:lnTo>
                  <a:pt x="633009" y="1588"/>
                </a:lnTo>
                <a:lnTo>
                  <a:pt x="645053" y="3494"/>
                </a:lnTo>
                <a:lnTo>
                  <a:pt x="656146" y="5718"/>
                </a:lnTo>
                <a:lnTo>
                  <a:pt x="667557" y="9212"/>
                </a:lnTo>
                <a:lnTo>
                  <a:pt x="678333" y="13023"/>
                </a:lnTo>
                <a:lnTo>
                  <a:pt x="688793" y="17470"/>
                </a:lnTo>
                <a:lnTo>
                  <a:pt x="698935" y="22553"/>
                </a:lnTo>
                <a:lnTo>
                  <a:pt x="709078" y="28270"/>
                </a:lnTo>
                <a:lnTo>
                  <a:pt x="718269" y="34623"/>
                </a:lnTo>
                <a:lnTo>
                  <a:pt x="727144" y="41611"/>
                </a:lnTo>
                <a:lnTo>
                  <a:pt x="736336" y="48599"/>
                </a:lnTo>
                <a:lnTo>
                  <a:pt x="744894" y="56858"/>
                </a:lnTo>
                <a:lnTo>
                  <a:pt x="752501" y="64799"/>
                </a:lnTo>
                <a:lnTo>
                  <a:pt x="760424" y="73375"/>
                </a:lnTo>
                <a:lnTo>
                  <a:pt x="767714" y="82904"/>
                </a:lnTo>
                <a:lnTo>
                  <a:pt x="775004" y="73375"/>
                </a:lnTo>
                <a:lnTo>
                  <a:pt x="782928" y="64799"/>
                </a:lnTo>
                <a:lnTo>
                  <a:pt x="790852" y="56858"/>
                </a:lnTo>
                <a:lnTo>
                  <a:pt x="799093" y="48599"/>
                </a:lnTo>
                <a:lnTo>
                  <a:pt x="807968" y="41611"/>
                </a:lnTo>
                <a:lnTo>
                  <a:pt x="817160" y="34623"/>
                </a:lnTo>
                <a:lnTo>
                  <a:pt x="826668" y="28270"/>
                </a:lnTo>
                <a:lnTo>
                  <a:pt x="836494" y="22553"/>
                </a:lnTo>
                <a:lnTo>
                  <a:pt x="846636" y="17470"/>
                </a:lnTo>
                <a:lnTo>
                  <a:pt x="857096" y="13023"/>
                </a:lnTo>
                <a:lnTo>
                  <a:pt x="867872" y="9212"/>
                </a:lnTo>
                <a:lnTo>
                  <a:pt x="879283" y="5718"/>
                </a:lnTo>
                <a:lnTo>
                  <a:pt x="890693" y="3494"/>
                </a:lnTo>
                <a:lnTo>
                  <a:pt x="902420" y="1588"/>
                </a:lnTo>
                <a:lnTo>
                  <a:pt x="914782" y="318"/>
                </a:lnTo>
                <a:lnTo>
                  <a:pt x="927460" y="0"/>
                </a:lnTo>
                <a:lnTo>
                  <a:pt x="938236" y="318"/>
                </a:lnTo>
                <a:lnTo>
                  <a:pt x="948696" y="953"/>
                </a:lnTo>
                <a:lnTo>
                  <a:pt x="959155" y="2224"/>
                </a:lnTo>
                <a:lnTo>
                  <a:pt x="969615" y="4129"/>
                </a:lnTo>
                <a:lnTo>
                  <a:pt x="979757" y="6353"/>
                </a:lnTo>
                <a:lnTo>
                  <a:pt x="989583" y="9212"/>
                </a:lnTo>
                <a:lnTo>
                  <a:pt x="999726" y="12706"/>
                </a:lnTo>
                <a:lnTo>
                  <a:pt x="1008917" y="16517"/>
                </a:lnTo>
                <a:lnTo>
                  <a:pt x="1018426" y="20647"/>
                </a:lnTo>
                <a:lnTo>
                  <a:pt x="1027301" y="25094"/>
                </a:lnTo>
                <a:lnTo>
                  <a:pt x="1036175" y="30176"/>
                </a:lnTo>
                <a:lnTo>
                  <a:pt x="1044733" y="35576"/>
                </a:lnTo>
                <a:lnTo>
                  <a:pt x="1052974" y="41611"/>
                </a:lnTo>
                <a:lnTo>
                  <a:pt x="1060581" y="47646"/>
                </a:lnTo>
                <a:lnTo>
                  <a:pt x="1068505" y="54317"/>
                </a:lnTo>
                <a:lnTo>
                  <a:pt x="1075478" y="61305"/>
                </a:lnTo>
                <a:lnTo>
                  <a:pt x="1082451" y="68928"/>
                </a:lnTo>
                <a:lnTo>
                  <a:pt x="1089107" y="76234"/>
                </a:lnTo>
                <a:lnTo>
                  <a:pt x="1095129" y="84492"/>
                </a:lnTo>
                <a:lnTo>
                  <a:pt x="1101151" y="92433"/>
                </a:lnTo>
                <a:lnTo>
                  <a:pt x="1106539" y="101010"/>
                </a:lnTo>
                <a:lnTo>
                  <a:pt x="1111611" y="109586"/>
                </a:lnTo>
                <a:lnTo>
                  <a:pt x="1116048" y="119115"/>
                </a:lnTo>
                <a:lnTo>
                  <a:pt x="1120485" y="128327"/>
                </a:lnTo>
                <a:lnTo>
                  <a:pt x="1123972" y="137856"/>
                </a:lnTo>
                <a:lnTo>
                  <a:pt x="1127458" y="147385"/>
                </a:lnTo>
                <a:lnTo>
                  <a:pt x="1130311" y="157550"/>
                </a:lnTo>
                <a:lnTo>
                  <a:pt x="1132530" y="167714"/>
                </a:lnTo>
                <a:lnTo>
                  <a:pt x="1134431" y="177879"/>
                </a:lnTo>
                <a:lnTo>
                  <a:pt x="1135699" y="188361"/>
                </a:lnTo>
                <a:lnTo>
                  <a:pt x="1136333" y="199161"/>
                </a:lnTo>
                <a:lnTo>
                  <a:pt x="1136650" y="209643"/>
                </a:lnTo>
                <a:lnTo>
                  <a:pt x="1136650" y="219807"/>
                </a:lnTo>
                <a:lnTo>
                  <a:pt x="1136016" y="229654"/>
                </a:lnTo>
                <a:lnTo>
                  <a:pt x="1135065" y="238866"/>
                </a:lnTo>
                <a:lnTo>
                  <a:pt x="1134114" y="248395"/>
                </a:lnTo>
                <a:lnTo>
                  <a:pt x="1132530" y="257289"/>
                </a:lnTo>
                <a:lnTo>
                  <a:pt x="1130945" y="266183"/>
                </a:lnTo>
                <a:lnTo>
                  <a:pt x="1128726" y="274759"/>
                </a:lnTo>
                <a:lnTo>
                  <a:pt x="1126191" y="283335"/>
                </a:lnTo>
                <a:lnTo>
                  <a:pt x="1123655" y="291912"/>
                </a:lnTo>
                <a:lnTo>
                  <a:pt x="1120485" y="300170"/>
                </a:lnTo>
                <a:lnTo>
                  <a:pt x="1117316" y="308111"/>
                </a:lnTo>
                <a:lnTo>
                  <a:pt x="1113829" y="316370"/>
                </a:lnTo>
                <a:lnTo>
                  <a:pt x="1110343" y="324311"/>
                </a:lnTo>
                <a:lnTo>
                  <a:pt x="1106222" y="331934"/>
                </a:lnTo>
                <a:lnTo>
                  <a:pt x="1102102" y="339875"/>
                </a:lnTo>
                <a:lnTo>
                  <a:pt x="1097665" y="347499"/>
                </a:lnTo>
                <a:lnTo>
                  <a:pt x="1088156" y="362745"/>
                </a:lnTo>
                <a:lnTo>
                  <a:pt x="1078013" y="377675"/>
                </a:lnTo>
                <a:lnTo>
                  <a:pt x="1067237" y="392286"/>
                </a:lnTo>
                <a:lnTo>
                  <a:pt x="1055827" y="407215"/>
                </a:lnTo>
                <a:lnTo>
                  <a:pt x="1043782" y="421827"/>
                </a:lnTo>
                <a:lnTo>
                  <a:pt x="1031421" y="436756"/>
                </a:lnTo>
                <a:lnTo>
                  <a:pt x="1005431" y="466614"/>
                </a:lnTo>
                <a:lnTo>
                  <a:pt x="767714" y="719138"/>
                </a:lnTo>
                <a:lnTo>
                  <a:pt x="530315" y="466614"/>
                </a:lnTo>
                <a:lnTo>
                  <a:pt x="504325" y="436756"/>
                </a:lnTo>
                <a:lnTo>
                  <a:pt x="491964" y="421827"/>
                </a:lnTo>
                <a:lnTo>
                  <a:pt x="479919" y="407215"/>
                </a:lnTo>
                <a:lnTo>
                  <a:pt x="468192" y="392286"/>
                </a:lnTo>
                <a:lnTo>
                  <a:pt x="457733" y="377675"/>
                </a:lnTo>
                <a:lnTo>
                  <a:pt x="447273" y="362745"/>
                </a:lnTo>
                <a:lnTo>
                  <a:pt x="437764" y="347499"/>
                </a:lnTo>
                <a:lnTo>
                  <a:pt x="433644" y="339875"/>
                </a:lnTo>
                <a:lnTo>
                  <a:pt x="429207" y="331934"/>
                </a:lnTo>
                <a:lnTo>
                  <a:pt x="425403" y="324311"/>
                </a:lnTo>
                <a:lnTo>
                  <a:pt x="421600" y="316370"/>
                </a:lnTo>
                <a:lnTo>
                  <a:pt x="418113" y="308111"/>
                </a:lnTo>
                <a:lnTo>
                  <a:pt x="414944" y="300170"/>
                </a:lnTo>
                <a:lnTo>
                  <a:pt x="412091" y="291912"/>
                </a:lnTo>
                <a:lnTo>
                  <a:pt x="409555" y="283335"/>
                </a:lnTo>
                <a:lnTo>
                  <a:pt x="406703" y="274759"/>
                </a:lnTo>
                <a:lnTo>
                  <a:pt x="404801" y="266183"/>
                </a:lnTo>
                <a:lnTo>
                  <a:pt x="402899" y="257289"/>
                </a:lnTo>
                <a:lnTo>
                  <a:pt x="401632" y="248395"/>
                </a:lnTo>
                <a:lnTo>
                  <a:pt x="400047" y="238866"/>
                </a:lnTo>
                <a:lnTo>
                  <a:pt x="399413" y="229654"/>
                </a:lnTo>
                <a:lnTo>
                  <a:pt x="399096" y="219807"/>
                </a:lnTo>
                <a:lnTo>
                  <a:pt x="398462" y="209643"/>
                </a:lnTo>
                <a:lnTo>
                  <a:pt x="399096" y="199161"/>
                </a:lnTo>
                <a:lnTo>
                  <a:pt x="399730" y="188361"/>
                </a:lnTo>
                <a:lnTo>
                  <a:pt x="401315" y="177879"/>
                </a:lnTo>
                <a:lnTo>
                  <a:pt x="402899" y="167714"/>
                </a:lnTo>
                <a:lnTo>
                  <a:pt x="405118" y="157550"/>
                </a:lnTo>
                <a:lnTo>
                  <a:pt x="408288" y="147385"/>
                </a:lnTo>
                <a:lnTo>
                  <a:pt x="411457" y="137856"/>
                </a:lnTo>
                <a:lnTo>
                  <a:pt x="415261" y="128327"/>
                </a:lnTo>
                <a:lnTo>
                  <a:pt x="419698" y="119115"/>
                </a:lnTo>
                <a:lnTo>
                  <a:pt x="423818" y="109586"/>
                </a:lnTo>
                <a:lnTo>
                  <a:pt x="428890" y="101010"/>
                </a:lnTo>
                <a:lnTo>
                  <a:pt x="434278" y="92433"/>
                </a:lnTo>
                <a:lnTo>
                  <a:pt x="440300" y="84492"/>
                </a:lnTo>
                <a:lnTo>
                  <a:pt x="446322" y="76234"/>
                </a:lnTo>
                <a:lnTo>
                  <a:pt x="452978" y="68928"/>
                </a:lnTo>
                <a:lnTo>
                  <a:pt x="459951" y="61305"/>
                </a:lnTo>
                <a:lnTo>
                  <a:pt x="467241" y="54317"/>
                </a:lnTo>
                <a:lnTo>
                  <a:pt x="475165" y="47646"/>
                </a:lnTo>
                <a:lnTo>
                  <a:pt x="482772" y="41611"/>
                </a:lnTo>
                <a:lnTo>
                  <a:pt x="491013" y="35576"/>
                </a:lnTo>
                <a:lnTo>
                  <a:pt x="499571" y="30176"/>
                </a:lnTo>
                <a:lnTo>
                  <a:pt x="508128" y="25094"/>
                </a:lnTo>
                <a:lnTo>
                  <a:pt x="517320" y="20647"/>
                </a:lnTo>
                <a:lnTo>
                  <a:pt x="526829" y="16517"/>
                </a:lnTo>
                <a:lnTo>
                  <a:pt x="536020" y="12706"/>
                </a:lnTo>
                <a:lnTo>
                  <a:pt x="545846" y="9212"/>
                </a:lnTo>
                <a:lnTo>
                  <a:pt x="555989" y="6353"/>
                </a:lnTo>
                <a:lnTo>
                  <a:pt x="566131" y="4129"/>
                </a:lnTo>
                <a:lnTo>
                  <a:pt x="576274" y="2224"/>
                </a:lnTo>
                <a:lnTo>
                  <a:pt x="586733" y="953"/>
                </a:lnTo>
                <a:lnTo>
                  <a:pt x="597510" y="318"/>
                </a:lnTo>
                <a:lnTo>
                  <a:pt x="607969" y="0"/>
                </a:lnTo>
                <a:close/>
              </a:path>
            </a:pathLst>
          </a:custGeom>
          <a:gradFill flip="none" rotWithShape="1">
            <a:gsLst>
              <a:gs pos="100000">
                <a:srgbClr val="FCFCFC"/>
              </a:gs>
              <a:gs pos="0">
                <a:srgbClr val="CCCCCC"/>
              </a:gs>
            </a:gsLst>
            <a:lin ang="7200000" scaled="0"/>
            <a:tileRect/>
          </a:gradFill>
          <a:ln w="9525">
            <a:gradFill>
              <a:gsLst>
                <a:gs pos="89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7200000" scaled="0"/>
            </a:gradFill>
          </a:ln>
          <a:effectLst>
            <a:outerShdw blurRad="114300" dist="63500" dir="6600000" sx="103000" sy="103000" algn="tr" rotWithShape="0">
              <a:srgbClr val="4A97BE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/>
            <a:endParaRPr lang="zh-CN" altLang="en-US" sz="1015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97A6B-6673-4A92-B698-9397FF0D32B8}" type="datetimeFigureOut">
              <a:rPr lang="zh-CN" altLang="en-US" smtClean="0"/>
              <a:t>2023/10/26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41E75-2836-473E-9F4A-F0E26D69199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97A6B-6673-4A92-B698-9397FF0D32B8}" type="datetimeFigureOut">
              <a:rPr lang="zh-CN" altLang="en-US" smtClean="0"/>
              <a:t>2023/10/26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41E75-2836-473E-9F4A-F0E26D69199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97A6B-6673-4A92-B698-9397FF0D32B8}" type="datetimeFigureOut">
              <a:rPr lang="zh-CN" altLang="en-US" smtClean="0"/>
              <a:t>2023/10/26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41E75-2836-473E-9F4A-F0E26D69199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97A6B-6673-4A92-B698-9397FF0D32B8}" type="datetimeFigureOut">
              <a:rPr lang="zh-CN" altLang="en-US" smtClean="0"/>
              <a:t>2023/10/26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41E75-2836-473E-9F4A-F0E26D69199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E97A6B-6673-4A92-B698-9397FF0D32B8}" type="datetimeFigureOut">
              <a:rPr lang="zh-CN" altLang="en-US" smtClean="0"/>
              <a:t>2023/10/26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041E75-2836-473E-9F4A-F0E26D69199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3.pn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KSO_Shape"/>
          <p:cNvSpPr/>
          <p:nvPr/>
        </p:nvSpPr>
        <p:spPr bwMode="auto">
          <a:xfrm>
            <a:off x="9807827" y="5773213"/>
            <a:ext cx="890699" cy="890699"/>
          </a:xfrm>
          <a:custGeom>
            <a:avLst/>
            <a:gdLst/>
            <a:ahLst/>
            <a:cxnLst/>
            <a:rect l="0" t="0" r="r" b="b"/>
            <a:pathLst>
              <a:path w="1530350" h="1536700">
                <a:moveTo>
                  <a:pt x="762317" y="817562"/>
                </a:moveTo>
                <a:lnTo>
                  <a:pt x="1000329" y="1069880"/>
                </a:lnTo>
                <a:lnTo>
                  <a:pt x="1026387" y="1100069"/>
                </a:lnTo>
                <a:lnTo>
                  <a:pt x="1038780" y="1115005"/>
                </a:lnTo>
                <a:lnTo>
                  <a:pt x="1050855" y="1129305"/>
                </a:lnTo>
                <a:lnTo>
                  <a:pt x="1062295" y="1144241"/>
                </a:lnTo>
                <a:lnTo>
                  <a:pt x="1073099" y="1158859"/>
                </a:lnTo>
                <a:lnTo>
                  <a:pt x="1083268" y="1173794"/>
                </a:lnTo>
                <a:lnTo>
                  <a:pt x="1092801" y="1189048"/>
                </a:lnTo>
                <a:lnTo>
                  <a:pt x="1097250" y="1196675"/>
                </a:lnTo>
                <a:lnTo>
                  <a:pt x="1101381" y="1204619"/>
                </a:lnTo>
                <a:lnTo>
                  <a:pt x="1105512" y="1212246"/>
                </a:lnTo>
                <a:lnTo>
                  <a:pt x="1109007" y="1220190"/>
                </a:lnTo>
                <a:lnTo>
                  <a:pt x="1112503" y="1228135"/>
                </a:lnTo>
                <a:lnTo>
                  <a:pt x="1115998" y="1236397"/>
                </a:lnTo>
                <a:lnTo>
                  <a:pt x="1118541" y="1244660"/>
                </a:lnTo>
                <a:lnTo>
                  <a:pt x="1121401" y="1253240"/>
                </a:lnTo>
                <a:lnTo>
                  <a:pt x="1123625" y="1261820"/>
                </a:lnTo>
                <a:lnTo>
                  <a:pt x="1126167" y="1270400"/>
                </a:lnTo>
                <a:lnTo>
                  <a:pt x="1127756" y="1279298"/>
                </a:lnTo>
                <a:lnTo>
                  <a:pt x="1129027" y="1288513"/>
                </a:lnTo>
                <a:lnTo>
                  <a:pt x="1130298" y="1297729"/>
                </a:lnTo>
                <a:lnTo>
                  <a:pt x="1131569" y="1307262"/>
                </a:lnTo>
                <a:lnTo>
                  <a:pt x="1131887" y="1316796"/>
                </a:lnTo>
                <a:lnTo>
                  <a:pt x="1131887" y="1326965"/>
                </a:lnTo>
                <a:lnTo>
                  <a:pt x="1131887" y="1337452"/>
                </a:lnTo>
                <a:lnTo>
                  <a:pt x="1131252" y="1348256"/>
                </a:lnTo>
                <a:lnTo>
                  <a:pt x="1129663" y="1358743"/>
                </a:lnTo>
                <a:lnTo>
                  <a:pt x="1127756" y="1368912"/>
                </a:lnTo>
                <a:lnTo>
                  <a:pt x="1125214" y="1379081"/>
                </a:lnTo>
                <a:lnTo>
                  <a:pt x="1122672" y="1389250"/>
                </a:lnTo>
                <a:lnTo>
                  <a:pt x="1119494" y="1398783"/>
                </a:lnTo>
                <a:lnTo>
                  <a:pt x="1115681" y="1408634"/>
                </a:lnTo>
                <a:lnTo>
                  <a:pt x="1111232" y="1417532"/>
                </a:lnTo>
                <a:lnTo>
                  <a:pt x="1106465" y="1427066"/>
                </a:lnTo>
                <a:lnTo>
                  <a:pt x="1101381" y="1435646"/>
                </a:lnTo>
                <a:lnTo>
                  <a:pt x="1095979" y="1444226"/>
                </a:lnTo>
                <a:lnTo>
                  <a:pt x="1090259" y="1452170"/>
                </a:lnTo>
                <a:lnTo>
                  <a:pt x="1083903" y="1460433"/>
                </a:lnTo>
                <a:lnTo>
                  <a:pt x="1077230" y="1467742"/>
                </a:lnTo>
                <a:lnTo>
                  <a:pt x="1070875" y="1475368"/>
                </a:lnTo>
                <a:lnTo>
                  <a:pt x="1063248" y="1482360"/>
                </a:lnTo>
                <a:lnTo>
                  <a:pt x="1055622" y="1489033"/>
                </a:lnTo>
                <a:lnTo>
                  <a:pt x="1047677" y="1495071"/>
                </a:lnTo>
                <a:lnTo>
                  <a:pt x="1039415" y="1501109"/>
                </a:lnTo>
                <a:lnTo>
                  <a:pt x="1031153" y="1506511"/>
                </a:lnTo>
                <a:lnTo>
                  <a:pt x="1021938" y="1511595"/>
                </a:lnTo>
                <a:lnTo>
                  <a:pt x="1013040" y="1516044"/>
                </a:lnTo>
                <a:lnTo>
                  <a:pt x="1003825" y="1520493"/>
                </a:lnTo>
                <a:lnTo>
                  <a:pt x="994291" y="1523989"/>
                </a:lnTo>
                <a:lnTo>
                  <a:pt x="984758" y="1527484"/>
                </a:lnTo>
                <a:lnTo>
                  <a:pt x="974590" y="1530027"/>
                </a:lnTo>
                <a:lnTo>
                  <a:pt x="964421" y="1532569"/>
                </a:lnTo>
                <a:lnTo>
                  <a:pt x="953934" y="1534476"/>
                </a:lnTo>
                <a:lnTo>
                  <a:pt x="943766" y="1535747"/>
                </a:lnTo>
                <a:lnTo>
                  <a:pt x="932961" y="1536382"/>
                </a:lnTo>
                <a:lnTo>
                  <a:pt x="921839" y="1536700"/>
                </a:lnTo>
                <a:lnTo>
                  <a:pt x="909446" y="1536382"/>
                </a:lnTo>
                <a:lnTo>
                  <a:pt x="897371" y="1535111"/>
                </a:lnTo>
                <a:lnTo>
                  <a:pt x="885295" y="1533205"/>
                </a:lnTo>
                <a:lnTo>
                  <a:pt x="873538" y="1530980"/>
                </a:lnTo>
                <a:lnTo>
                  <a:pt x="862734" y="1527802"/>
                </a:lnTo>
                <a:lnTo>
                  <a:pt x="851929" y="1523989"/>
                </a:lnTo>
                <a:lnTo>
                  <a:pt x="841443" y="1519222"/>
                </a:lnTo>
                <a:lnTo>
                  <a:pt x="831274" y="1514138"/>
                </a:lnTo>
                <a:lnTo>
                  <a:pt x="821105" y="1508418"/>
                </a:lnTo>
                <a:lnTo>
                  <a:pt x="811572" y="1502062"/>
                </a:lnTo>
                <a:lnTo>
                  <a:pt x="802357" y="1495389"/>
                </a:lnTo>
                <a:lnTo>
                  <a:pt x="793777" y="1488080"/>
                </a:lnTo>
                <a:lnTo>
                  <a:pt x="785197" y="1480453"/>
                </a:lnTo>
                <a:lnTo>
                  <a:pt x="776935" y="1472191"/>
                </a:lnTo>
                <a:lnTo>
                  <a:pt x="769626" y="1463293"/>
                </a:lnTo>
                <a:lnTo>
                  <a:pt x="762317" y="1453759"/>
                </a:lnTo>
                <a:lnTo>
                  <a:pt x="754691" y="1463293"/>
                </a:lnTo>
                <a:lnTo>
                  <a:pt x="747064" y="1472191"/>
                </a:lnTo>
                <a:lnTo>
                  <a:pt x="738802" y="1480453"/>
                </a:lnTo>
                <a:lnTo>
                  <a:pt x="730540" y="1488080"/>
                </a:lnTo>
                <a:lnTo>
                  <a:pt x="721642" y="1495389"/>
                </a:lnTo>
                <a:lnTo>
                  <a:pt x="712427" y="1502062"/>
                </a:lnTo>
                <a:lnTo>
                  <a:pt x="702894" y="1508418"/>
                </a:lnTo>
                <a:lnTo>
                  <a:pt x="693361" y="1514138"/>
                </a:lnTo>
                <a:lnTo>
                  <a:pt x="683192" y="1519222"/>
                </a:lnTo>
                <a:lnTo>
                  <a:pt x="672705" y="1523989"/>
                </a:lnTo>
                <a:lnTo>
                  <a:pt x="661583" y="1527802"/>
                </a:lnTo>
                <a:lnTo>
                  <a:pt x="650461" y="1530980"/>
                </a:lnTo>
                <a:lnTo>
                  <a:pt x="638704" y="1533205"/>
                </a:lnTo>
                <a:lnTo>
                  <a:pt x="626628" y="1535111"/>
                </a:lnTo>
                <a:lnTo>
                  <a:pt x="614553" y="1536382"/>
                </a:lnTo>
                <a:lnTo>
                  <a:pt x="602160" y="1536700"/>
                </a:lnTo>
                <a:lnTo>
                  <a:pt x="591355" y="1536382"/>
                </a:lnTo>
                <a:lnTo>
                  <a:pt x="580869" y="1535747"/>
                </a:lnTo>
                <a:lnTo>
                  <a:pt x="570065" y="1534476"/>
                </a:lnTo>
                <a:lnTo>
                  <a:pt x="559578" y="1532569"/>
                </a:lnTo>
                <a:lnTo>
                  <a:pt x="549409" y="1530027"/>
                </a:lnTo>
                <a:lnTo>
                  <a:pt x="539559" y="1527484"/>
                </a:lnTo>
                <a:lnTo>
                  <a:pt x="529708" y="1523989"/>
                </a:lnTo>
                <a:lnTo>
                  <a:pt x="520492" y="1520493"/>
                </a:lnTo>
                <a:lnTo>
                  <a:pt x="510959" y="1516044"/>
                </a:lnTo>
                <a:lnTo>
                  <a:pt x="502061" y="1511595"/>
                </a:lnTo>
                <a:lnTo>
                  <a:pt x="493164" y="1506511"/>
                </a:lnTo>
                <a:lnTo>
                  <a:pt x="484584" y="1501109"/>
                </a:lnTo>
                <a:lnTo>
                  <a:pt x="476322" y="1495071"/>
                </a:lnTo>
                <a:lnTo>
                  <a:pt x="468377" y="1489033"/>
                </a:lnTo>
                <a:lnTo>
                  <a:pt x="460751" y="1482360"/>
                </a:lnTo>
                <a:lnTo>
                  <a:pt x="453760" y="1475368"/>
                </a:lnTo>
                <a:lnTo>
                  <a:pt x="446769" y="1467742"/>
                </a:lnTo>
                <a:lnTo>
                  <a:pt x="440096" y="1460433"/>
                </a:lnTo>
                <a:lnTo>
                  <a:pt x="433740" y="1452170"/>
                </a:lnTo>
                <a:lnTo>
                  <a:pt x="428020" y="1444226"/>
                </a:lnTo>
                <a:lnTo>
                  <a:pt x="422618" y="1435646"/>
                </a:lnTo>
                <a:lnTo>
                  <a:pt x="417534" y="1427066"/>
                </a:lnTo>
                <a:lnTo>
                  <a:pt x="412767" y="1417532"/>
                </a:lnTo>
                <a:lnTo>
                  <a:pt x="408636" y="1408634"/>
                </a:lnTo>
                <a:lnTo>
                  <a:pt x="404505" y="1398783"/>
                </a:lnTo>
                <a:lnTo>
                  <a:pt x="401645" y="1389250"/>
                </a:lnTo>
                <a:lnTo>
                  <a:pt x="398785" y="1379081"/>
                </a:lnTo>
                <a:lnTo>
                  <a:pt x="396561" y="1368912"/>
                </a:lnTo>
                <a:lnTo>
                  <a:pt x="394654" y="1358743"/>
                </a:lnTo>
                <a:lnTo>
                  <a:pt x="393065" y="1348256"/>
                </a:lnTo>
                <a:lnTo>
                  <a:pt x="392112" y="1337452"/>
                </a:lnTo>
                <a:lnTo>
                  <a:pt x="392112" y="1326965"/>
                </a:lnTo>
                <a:lnTo>
                  <a:pt x="392112" y="1316796"/>
                </a:lnTo>
                <a:lnTo>
                  <a:pt x="392430" y="1307262"/>
                </a:lnTo>
                <a:lnTo>
                  <a:pt x="393701" y="1297729"/>
                </a:lnTo>
                <a:lnTo>
                  <a:pt x="394972" y="1288513"/>
                </a:lnTo>
                <a:lnTo>
                  <a:pt x="396561" y="1279298"/>
                </a:lnTo>
                <a:lnTo>
                  <a:pt x="398150" y="1270400"/>
                </a:lnTo>
                <a:lnTo>
                  <a:pt x="400374" y="1261820"/>
                </a:lnTo>
                <a:lnTo>
                  <a:pt x="402598" y="1253240"/>
                </a:lnTo>
                <a:lnTo>
                  <a:pt x="405458" y="1244660"/>
                </a:lnTo>
                <a:lnTo>
                  <a:pt x="408318" y="1236397"/>
                </a:lnTo>
                <a:lnTo>
                  <a:pt x="411814" y="1228135"/>
                </a:lnTo>
                <a:lnTo>
                  <a:pt x="415309" y="1220190"/>
                </a:lnTo>
                <a:lnTo>
                  <a:pt x="418805" y="1212246"/>
                </a:lnTo>
                <a:lnTo>
                  <a:pt x="422618" y="1204619"/>
                </a:lnTo>
                <a:lnTo>
                  <a:pt x="426749" y="1196675"/>
                </a:lnTo>
                <a:lnTo>
                  <a:pt x="431198" y="1189048"/>
                </a:lnTo>
                <a:lnTo>
                  <a:pt x="440731" y="1173794"/>
                </a:lnTo>
                <a:lnTo>
                  <a:pt x="450900" y="1158859"/>
                </a:lnTo>
                <a:lnTo>
                  <a:pt x="462022" y="1144241"/>
                </a:lnTo>
                <a:lnTo>
                  <a:pt x="473144" y="1129305"/>
                </a:lnTo>
                <a:lnTo>
                  <a:pt x="485219" y="1115005"/>
                </a:lnTo>
                <a:lnTo>
                  <a:pt x="497613" y="1100069"/>
                </a:lnTo>
                <a:lnTo>
                  <a:pt x="523988" y="1069880"/>
                </a:lnTo>
                <a:lnTo>
                  <a:pt x="762317" y="817562"/>
                </a:lnTo>
                <a:close/>
                <a:moveTo>
                  <a:pt x="1320615" y="398462"/>
                </a:moveTo>
                <a:lnTo>
                  <a:pt x="1331419" y="398780"/>
                </a:lnTo>
                <a:lnTo>
                  <a:pt x="1341906" y="399733"/>
                </a:lnTo>
                <a:lnTo>
                  <a:pt x="1352393" y="401321"/>
                </a:lnTo>
                <a:lnTo>
                  <a:pt x="1362880" y="402909"/>
                </a:lnTo>
                <a:lnTo>
                  <a:pt x="1373049" y="405132"/>
                </a:lnTo>
                <a:lnTo>
                  <a:pt x="1382900" y="408309"/>
                </a:lnTo>
                <a:lnTo>
                  <a:pt x="1392433" y="411485"/>
                </a:lnTo>
                <a:lnTo>
                  <a:pt x="1402284" y="415297"/>
                </a:lnTo>
                <a:lnTo>
                  <a:pt x="1411500" y="419426"/>
                </a:lnTo>
                <a:lnTo>
                  <a:pt x="1420716" y="424191"/>
                </a:lnTo>
                <a:lnTo>
                  <a:pt x="1428978" y="429273"/>
                </a:lnTo>
                <a:lnTo>
                  <a:pt x="1437558" y="434673"/>
                </a:lnTo>
                <a:lnTo>
                  <a:pt x="1445820" y="440390"/>
                </a:lnTo>
                <a:lnTo>
                  <a:pt x="1454083" y="446743"/>
                </a:lnTo>
                <a:lnTo>
                  <a:pt x="1461392" y="453413"/>
                </a:lnTo>
                <a:lnTo>
                  <a:pt x="1469018" y="460083"/>
                </a:lnTo>
                <a:lnTo>
                  <a:pt x="1476010" y="467389"/>
                </a:lnTo>
                <a:lnTo>
                  <a:pt x="1482365" y="475330"/>
                </a:lnTo>
                <a:lnTo>
                  <a:pt x="1488721" y="482953"/>
                </a:lnTo>
                <a:lnTo>
                  <a:pt x="1494441" y="491212"/>
                </a:lnTo>
                <a:lnTo>
                  <a:pt x="1500161" y="499788"/>
                </a:lnTo>
                <a:lnTo>
                  <a:pt x="1505245" y="508682"/>
                </a:lnTo>
                <a:lnTo>
                  <a:pt x="1509694" y="517576"/>
                </a:lnTo>
                <a:lnTo>
                  <a:pt x="1514143" y="527105"/>
                </a:lnTo>
                <a:lnTo>
                  <a:pt x="1517639" y="536316"/>
                </a:lnTo>
                <a:lnTo>
                  <a:pt x="1521134" y="546163"/>
                </a:lnTo>
                <a:lnTo>
                  <a:pt x="1523677" y="556327"/>
                </a:lnTo>
                <a:lnTo>
                  <a:pt x="1526219" y="566174"/>
                </a:lnTo>
                <a:lnTo>
                  <a:pt x="1528126" y="576656"/>
                </a:lnTo>
                <a:lnTo>
                  <a:pt x="1529397" y="587456"/>
                </a:lnTo>
                <a:lnTo>
                  <a:pt x="1530032" y="597938"/>
                </a:lnTo>
                <a:lnTo>
                  <a:pt x="1530350" y="608737"/>
                </a:lnTo>
                <a:lnTo>
                  <a:pt x="1530032" y="621125"/>
                </a:lnTo>
                <a:lnTo>
                  <a:pt x="1528761" y="633195"/>
                </a:lnTo>
                <a:lnTo>
                  <a:pt x="1526855" y="645265"/>
                </a:lnTo>
                <a:lnTo>
                  <a:pt x="1524630" y="657018"/>
                </a:lnTo>
                <a:lnTo>
                  <a:pt x="1521452" y="668453"/>
                </a:lnTo>
                <a:lnTo>
                  <a:pt x="1517639" y="678935"/>
                </a:lnTo>
                <a:lnTo>
                  <a:pt x="1512872" y="689417"/>
                </a:lnTo>
                <a:lnTo>
                  <a:pt x="1507788" y="699899"/>
                </a:lnTo>
                <a:lnTo>
                  <a:pt x="1502385" y="709428"/>
                </a:lnTo>
                <a:lnTo>
                  <a:pt x="1495712" y="718957"/>
                </a:lnTo>
                <a:lnTo>
                  <a:pt x="1489039" y="728169"/>
                </a:lnTo>
                <a:lnTo>
                  <a:pt x="1481730" y="736745"/>
                </a:lnTo>
                <a:lnTo>
                  <a:pt x="1473785" y="745321"/>
                </a:lnTo>
                <a:lnTo>
                  <a:pt x="1465841" y="753579"/>
                </a:lnTo>
                <a:lnTo>
                  <a:pt x="1456943" y="760885"/>
                </a:lnTo>
                <a:lnTo>
                  <a:pt x="1447409" y="768508"/>
                </a:lnTo>
                <a:lnTo>
                  <a:pt x="1456943" y="775814"/>
                </a:lnTo>
                <a:lnTo>
                  <a:pt x="1465841" y="783437"/>
                </a:lnTo>
                <a:lnTo>
                  <a:pt x="1473785" y="791696"/>
                </a:lnTo>
                <a:lnTo>
                  <a:pt x="1481730" y="800272"/>
                </a:lnTo>
                <a:lnTo>
                  <a:pt x="1489039" y="808848"/>
                </a:lnTo>
                <a:lnTo>
                  <a:pt x="1495712" y="818060"/>
                </a:lnTo>
                <a:lnTo>
                  <a:pt x="1502385" y="827589"/>
                </a:lnTo>
                <a:lnTo>
                  <a:pt x="1507788" y="837435"/>
                </a:lnTo>
                <a:lnTo>
                  <a:pt x="1512872" y="847282"/>
                </a:lnTo>
                <a:lnTo>
                  <a:pt x="1517639" y="858082"/>
                </a:lnTo>
                <a:lnTo>
                  <a:pt x="1521452" y="868881"/>
                </a:lnTo>
                <a:lnTo>
                  <a:pt x="1524630" y="879999"/>
                </a:lnTo>
                <a:lnTo>
                  <a:pt x="1526855" y="891751"/>
                </a:lnTo>
                <a:lnTo>
                  <a:pt x="1528761" y="903821"/>
                </a:lnTo>
                <a:lnTo>
                  <a:pt x="1530032" y="915892"/>
                </a:lnTo>
                <a:lnTo>
                  <a:pt x="1530350" y="928279"/>
                </a:lnTo>
                <a:lnTo>
                  <a:pt x="1530032" y="939397"/>
                </a:lnTo>
                <a:lnTo>
                  <a:pt x="1529397" y="950196"/>
                </a:lnTo>
                <a:lnTo>
                  <a:pt x="1528126" y="960361"/>
                </a:lnTo>
                <a:lnTo>
                  <a:pt x="1526219" y="970843"/>
                </a:lnTo>
                <a:lnTo>
                  <a:pt x="1523677" y="981007"/>
                </a:lnTo>
                <a:lnTo>
                  <a:pt x="1521134" y="991171"/>
                </a:lnTo>
                <a:lnTo>
                  <a:pt x="1517639" y="1000701"/>
                </a:lnTo>
                <a:lnTo>
                  <a:pt x="1514143" y="1010230"/>
                </a:lnTo>
                <a:lnTo>
                  <a:pt x="1509694" y="1019441"/>
                </a:lnTo>
                <a:lnTo>
                  <a:pt x="1505245" y="1028335"/>
                </a:lnTo>
                <a:lnTo>
                  <a:pt x="1500161" y="1037546"/>
                </a:lnTo>
                <a:lnTo>
                  <a:pt x="1494441" y="1046123"/>
                </a:lnTo>
                <a:lnTo>
                  <a:pt x="1488721" y="1054063"/>
                </a:lnTo>
                <a:lnTo>
                  <a:pt x="1482365" y="1062004"/>
                </a:lnTo>
                <a:lnTo>
                  <a:pt x="1476010" y="1069628"/>
                </a:lnTo>
                <a:lnTo>
                  <a:pt x="1469018" y="1076616"/>
                </a:lnTo>
                <a:lnTo>
                  <a:pt x="1461392" y="1083604"/>
                </a:lnTo>
                <a:lnTo>
                  <a:pt x="1454083" y="1090274"/>
                </a:lnTo>
                <a:lnTo>
                  <a:pt x="1445820" y="1096627"/>
                </a:lnTo>
                <a:lnTo>
                  <a:pt x="1437558" y="1102344"/>
                </a:lnTo>
                <a:lnTo>
                  <a:pt x="1428978" y="1107744"/>
                </a:lnTo>
                <a:lnTo>
                  <a:pt x="1420716" y="1112826"/>
                </a:lnTo>
                <a:lnTo>
                  <a:pt x="1411500" y="1117591"/>
                </a:lnTo>
                <a:lnTo>
                  <a:pt x="1402284" y="1122038"/>
                </a:lnTo>
                <a:lnTo>
                  <a:pt x="1392433" y="1125532"/>
                </a:lnTo>
                <a:lnTo>
                  <a:pt x="1382900" y="1129026"/>
                </a:lnTo>
                <a:lnTo>
                  <a:pt x="1373049" y="1131567"/>
                </a:lnTo>
                <a:lnTo>
                  <a:pt x="1362880" y="1134108"/>
                </a:lnTo>
                <a:lnTo>
                  <a:pt x="1352393" y="1136014"/>
                </a:lnTo>
                <a:lnTo>
                  <a:pt x="1341906" y="1136967"/>
                </a:lnTo>
                <a:lnTo>
                  <a:pt x="1331419" y="1137919"/>
                </a:lnTo>
                <a:lnTo>
                  <a:pt x="1320615" y="1138237"/>
                </a:lnTo>
                <a:lnTo>
                  <a:pt x="1310764" y="1138237"/>
                </a:lnTo>
                <a:lnTo>
                  <a:pt x="1300912" y="1137602"/>
                </a:lnTo>
                <a:lnTo>
                  <a:pt x="1291697" y="1136649"/>
                </a:lnTo>
                <a:lnTo>
                  <a:pt x="1282163" y="1135696"/>
                </a:lnTo>
                <a:lnTo>
                  <a:pt x="1272948" y="1134108"/>
                </a:lnTo>
                <a:lnTo>
                  <a:pt x="1264368" y="1132520"/>
                </a:lnTo>
                <a:lnTo>
                  <a:pt x="1255470" y="1129979"/>
                </a:lnTo>
                <a:lnTo>
                  <a:pt x="1246890" y="1127755"/>
                </a:lnTo>
                <a:lnTo>
                  <a:pt x="1238310" y="1124896"/>
                </a:lnTo>
                <a:lnTo>
                  <a:pt x="1230047" y="1122038"/>
                </a:lnTo>
                <a:lnTo>
                  <a:pt x="1221785" y="1118861"/>
                </a:lnTo>
                <a:lnTo>
                  <a:pt x="1214158" y="1115367"/>
                </a:lnTo>
                <a:lnTo>
                  <a:pt x="1205896" y="1111873"/>
                </a:lnTo>
                <a:lnTo>
                  <a:pt x="1198269" y="1107744"/>
                </a:lnTo>
                <a:lnTo>
                  <a:pt x="1182698" y="1098850"/>
                </a:lnTo>
                <a:lnTo>
                  <a:pt x="1167762" y="1089639"/>
                </a:lnTo>
                <a:lnTo>
                  <a:pt x="1152509" y="1079474"/>
                </a:lnTo>
                <a:lnTo>
                  <a:pt x="1137891" y="1068675"/>
                </a:lnTo>
                <a:lnTo>
                  <a:pt x="1123273" y="1057240"/>
                </a:lnTo>
                <a:lnTo>
                  <a:pt x="1108655" y="1045170"/>
                </a:lnTo>
                <a:lnTo>
                  <a:pt x="1093719" y="1032782"/>
                </a:lnTo>
                <a:lnTo>
                  <a:pt x="1063212" y="1006736"/>
                </a:lnTo>
                <a:lnTo>
                  <a:pt x="811212" y="768508"/>
                </a:lnTo>
                <a:lnTo>
                  <a:pt x="1063212" y="530599"/>
                </a:lnTo>
                <a:lnTo>
                  <a:pt x="1093719" y="504235"/>
                </a:lnTo>
                <a:lnTo>
                  <a:pt x="1108655" y="491847"/>
                </a:lnTo>
                <a:lnTo>
                  <a:pt x="1123273" y="479777"/>
                </a:lnTo>
                <a:lnTo>
                  <a:pt x="1137891" y="468660"/>
                </a:lnTo>
                <a:lnTo>
                  <a:pt x="1152509" y="457542"/>
                </a:lnTo>
                <a:lnTo>
                  <a:pt x="1167762" y="447696"/>
                </a:lnTo>
                <a:lnTo>
                  <a:pt x="1182698" y="437849"/>
                </a:lnTo>
                <a:lnTo>
                  <a:pt x="1190325" y="433402"/>
                </a:lnTo>
                <a:lnTo>
                  <a:pt x="1198269" y="429273"/>
                </a:lnTo>
                <a:lnTo>
                  <a:pt x="1205896" y="425461"/>
                </a:lnTo>
                <a:lnTo>
                  <a:pt x="1214158" y="421967"/>
                </a:lnTo>
                <a:lnTo>
                  <a:pt x="1221785" y="418473"/>
                </a:lnTo>
                <a:lnTo>
                  <a:pt x="1230047" y="414979"/>
                </a:lnTo>
                <a:lnTo>
                  <a:pt x="1238310" y="412120"/>
                </a:lnTo>
                <a:lnTo>
                  <a:pt x="1246890" y="409262"/>
                </a:lnTo>
                <a:lnTo>
                  <a:pt x="1255470" y="407038"/>
                </a:lnTo>
                <a:lnTo>
                  <a:pt x="1264368" y="404815"/>
                </a:lnTo>
                <a:lnTo>
                  <a:pt x="1272948" y="402909"/>
                </a:lnTo>
                <a:lnTo>
                  <a:pt x="1282163" y="401638"/>
                </a:lnTo>
                <a:lnTo>
                  <a:pt x="1291697" y="400050"/>
                </a:lnTo>
                <a:lnTo>
                  <a:pt x="1300912" y="399415"/>
                </a:lnTo>
                <a:lnTo>
                  <a:pt x="1310764" y="398780"/>
                </a:lnTo>
                <a:lnTo>
                  <a:pt x="1320615" y="398462"/>
                </a:lnTo>
                <a:close/>
                <a:moveTo>
                  <a:pt x="209589" y="398462"/>
                </a:moveTo>
                <a:lnTo>
                  <a:pt x="219419" y="398462"/>
                </a:lnTo>
                <a:lnTo>
                  <a:pt x="228931" y="399097"/>
                </a:lnTo>
                <a:lnTo>
                  <a:pt x="238443" y="400050"/>
                </a:lnTo>
                <a:lnTo>
                  <a:pt x="247639" y="401003"/>
                </a:lnTo>
                <a:lnTo>
                  <a:pt x="256517" y="402591"/>
                </a:lnTo>
                <a:lnTo>
                  <a:pt x="265712" y="404497"/>
                </a:lnTo>
                <a:lnTo>
                  <a:pt x="274590" y="406721"/>
                </a:lnTo>
                <a:lnTo>
                  <a:pt x="283152" y="408944"/>
                </a:lnTo>
                <a:lnTo>
                  <a:pt x="291396" y="411803"/>
                </a:lnTo>
                <a:lnTo>
                  <a:pt x="299957" y="414662"/>
                </a:lnTo>
                <a:lnTo>
                  <a:pt x="307884" y="417838"/>
                </a:lnTo>
                <a:lnTo>
                  <a:pt x="315811" y="421332"/>
                </a:lnTo>
                <a:lnTo>
                  <a:pt x="324055" y="424826"/>
                </a:lnTo>
                <a:lnTo>
                  <a:pt x="331665" y="429273"/>
                </a:lnTo>
                <a:lnTo>
                  <a:pt x="339592" y="433084"/>
                </a:lnTo>
                <a:lnTo>
                  <a:pt x="346884" y="437849"/>
                </a:lnTo>
                <a:lnTo>
                  <a:pt x="362104" y="447060"/>
                </a:lnTo>
                <a:lnTo>
                  <a:pt x="377007" y="457225"/>
                </a:lnTo>
                <a:lnTo>
                  <a:pt x="391910" y="468024"/>
                </a:lnTo>
                <a:lnTo>
                  <a:pt x="406178" y="479777"/>
                </a:lnTo>
                <a:lnTo>
                  <a:pt x="421081" y="491529"/>
                </a:lnTo>
                <a:lnTo>
                  <a:pt x="435984" y="504235"/>
                </a:lnTo>
                <a:lnTo>
                  <a:pt x="465789" y="530281"/>
                </a:lnTo>
                <a:lnTo>
                  <a:pt x="717550" y="768191"/>
                </a:lnTo>
                <a:lnTo>
                  <a:pt x="465789" y="1006736"/>
                </a:lnTo>
                <a:lnTo>
                  <a:pt x="435984" y="1032147"/>
                </a:lnTo>
                <a:lnTo>
                  <a:pt x="421081" y="1045170"/>
                </a:lnTo>
                <a:lnTo>
                  <a:pt x="406178" y="1056922"/>
                </a:lnTo>
                <a:lnTo>
                  <a:pt x="391910" y="1068357"/>
                </a:lnTo>
                <a:lnTo>
                  <a:pt x="377007" y="1079474"/>
                </a:lnTo>
                <a:lnTo>
                  <a:pt x="362104" y="1089639"/>
                </a:lnTo>
                <a:lnTo>
                  <a:pt x="346884" y="1098850"/>
                </a:lnTo>
                <a:lnTo>
                  <a:pt x="339592" y="1103615"/>
                </a:lnTo>
                <a:lnTo>
                  <a:pt x="331665" y="1107426"/>
                </a:lnTo>
                <a:lnTo>
                  <a:pt x="324055" y="1111873"/>
                </a:lnTo>
                <a:lnTo>
                  <a:pt x="315811" y="1115367"/>
                </a:lnTo>
                <a:lnTo>
                  <a:pt x="307884" y="1118861"/>
                </a:lnTo>
                <a:lnTo>
                  <a:pt x="299957" y="1121720"/>
                </a:lnTo>
                <a:lnTo>
                  <a:pt x="291396" y="1124896"/>
                </a:lnTo>
                <a:lnTo>
                  <a:pt x="283152" y="1127755"/>
                </a:lnTo>
                <a:lnTo>
                  <a:pt x="274590" y="1129979"/>
                </a:lnTo>
                <a:lnTo>
                  <a:pt x="265712" y="1132202"/>
                </a:lnTo>
                <a:lnTo>
                  <a:pt x="256517" y="1133790"/>
                </a:lnTo>
                <a:lnTo>
                  <a:pt x="247639" y="1135378"/>
                </a:lnTo>
                <a:lnTo>
                  <a:pt x="238443" y="1136649"/>
                </a:lnTo>
                <a:lnTo>
                  <a:pt x="228931" y="1137284"/>
                </a:lnTo>
                <a:lnTo>
                  <a:pt x="219419" y="1138237"/>
                </a:lnTo>
                <a:lnTo>
                  <a:pt x="209589" y="1138237"/>
                </a:lnTo>
                <a:lnTo>
                  <a:pt x="198809" y="1137919"/>
                </a:lnTo>
                <a:lnTo>
                  <a:pt x="188345" y="1136967"/>
                </a:lnTo>
                <a:lnTo>
                  <a:pt x="177881" y="1136014"/>
                </a:lnTo>
                <a:lnTo>
                  <a:pt x="167418" y="1133790"/>
                </a:lnTo>
                <a:lnTo>
                  <a:pt x="157271" y="1131567"/>
                </a:lnTo>
                <a:lnTo>
                  <a:pt x="147125" y="1128708"/>
                </a:lnTo>
                <a:lnTo>
                  <a:pt x="137295" y="1125214"/>
                </a:lnTo>
                <a:lnTo>
                  <a:pt x="128100" y="1121720"/>
                </a:lnTo>
                <a:lnTo>
                  <a:pt x="118588" y="1117591"/>
                </a:lnTo>
                <a:lnTo>
                  <a:pt x="109709" y="1112826"/>
                </a:lnTo>
                <a:lnTo>
                  <a:pt x="100831" y="1107744"/>
                </a:lnTo>
                <a:lnTo>
                  <a:pt x="92270" y="1102344"/>
                </a:lnTo>
                <a:lnTo>
                  <a:pt x="84026" y="1096627"/>
                </a:lnTo>
                <a:lnTo>
                  <a:pt x="76416" y="1090274"/>
                </a:lnTo>
                <a:lnTo>
                  <a:pt x="68489" y="1083604"/>
                </a:lnTo>
                <a:lnTo>
                  <a:pt x="61513" y="1076616"/>
                </a:lnTo>
                <a:lnTo>
                  <a:pt x="54538" y="1069310"/>
                </a:lnTo>
                <a:lnTo>
                  <a:pt x="47879" y="1062004"/>
                </a:lnTo>
                <a:lnTo>
                  <a:pt x="41854" y="1054063"/>
                </a:lnTo>
                <a:lnTo>
                  <a:pt x="35830" y="1045487"/>
                </a:lnTo>
                <a:lnTo>
                  <a:pt x="30440" y="1037229"/>
                </a:lnTo>
                <a:lnTo>
                  <a:pt x="25366" y="1028335"/>
                </a:lnTo>
                <a:lnTo>
                  <a:pt x="20610" y="1019441"/>
                </a:lnTo>
                <a:lnTo>
                  <a:pt x="16488" y="1010230"/>
                </a:lnTo>
                <a:lnTo>
                  <a:pt x="13000" y="1000383"/>
                </a:lnTo>
                <a:lnTo>
                  <a:pt x="9512" y="990536"/>
                </a:lnTo>
                <a:lnTo>
                  <a:pt x="6659" y="981007"/>
                </a:lnTo>
                <a:lnTo>
                  <a:pt x="4439" y="970843"/>
                </a:lnTo>
                <a:lnTo>
                  <a:pt x="2537" y="960361"/>
                </a:lnTo>
                <a:lnTo>
                  <a:pt x="1268" y="949879"/>
                </a:lnTo>
                <a:lnTo>
                  <a:pt x="634" y="939079"/>
                </a:lnTo>
                <a:lnTo>
                  <a:pt x="0" y="928279"/>
                </a:lnTo>
                <a:lnTo>
                  <a:pt x="634" y="915892"/>
                </a:lnTo>
                <a:lnTo>
                  <a:pt x="1585" y="903504"/>
                </a:lnTo>
                <a:lnTo>
                  <a:pt x="3171" y="891434"/>
                </a:lnTo>
                <a:lnTo>
                  <a:pt x="6025" y="879999"/>
                </a:lnTo>
                <a:lnTo>
                  <a:pt x="9195" y="868881"/>
                </a:lnTo>
                <a:lnTo>
                  <a:pt x="13000" y="857764"/>
                </a:lnTo>
                <a:lnTo>
                  <a:pt x="17756" y="847282"/>
                </a:lnTo>
                <a:lnTo>
                  <a:pt x="22830" y="837118"/>
                </a:lnTo>
                <a:lnTo>
                  <a:pt x="28220" y="826953"/>
                </a:lnTo>
                <a:lnTo>
                  <a:pt x="34245" y="817742"/>
                </a:lnTo>
                <a:lnTo>
                  <a:pt x="41220" y="808848"/>
                </a:lnTo>
                <a:lnTo>
                  <a:pt x="48830" y="799954"/>
                </a:lnTo>
                <a:lnTo>
                  <a:pt x="56440" y="791378"/>
                </a:lnTo>
                <a:lnTo>
                  <a:pt x="64684" y="783437"/>
                </a:lnTo>
                <a:lnTo>
                  <a:pt x="73562" y="775814"/>
                </a:lnTo>
                <a:lnTo>
                  <a:pt x="82441" y="768191"/>
                </a:lnTo>
                <a:lnTo>
                  <a:pt x="73562" y="760885"/>
                </a:lnTo>
                <a:lnTo>
                  <a:pt x="64684" y="753262"/>
                </a:lnTo>
                <a:lnTo>
                  <a:pt x="56440" y="745003"/>
                </a:lnTo>
                <a:lnTo>
                  <a:pt x="48830" y="736745"/>
                </a:lnTo>
                <a:lnTo>
                  <a:pt x="41220" y="727851"/>
                </a:lnTo>
                <a:lnTo>
                  <a:pt x="34245" y="718957"/>
                </a:lnTo>
                <a:lnTo>
                  <a:pt x="28220" y="709110"/>
                </a:lnTo>
                <a:lnTo>
                  <a:pt x="22830" y="699264"/>
                </a:lnTo>
                <a:lnTo>
                  <a:pt x="17756" y="689417"/>
                </a:lnTo>
                <a:lnTo>
                  <a:pt x="13000" y="678617"/>
                </a:lnTo>
                <a:lnTo>
                  <a:pt x="9195" y="667818"/>
                </a:lnTo>
                <a:lnTo>
                  <a:pt x="6025" y="656700"/>
                </a:lnTo>
                <a:lnTo>
                  <a:pt x="3171" y="644948"/>
                </a:lnTo>
                <a:lnTo>
                  <a:pt x="1585" y="633195"/>
                </a:lnTo>
                <a:lnTo>
                  <a:pt x="634" y="620807"/>
                </a:lnTo>
                <a:lnTo>
                  <a:pt x="0" y="608420"/>
                </a:lnTo>
                <a:lnTo>
                  <a:pt x="634" y="597302"/>
                </a:lnTo>
                <a:lnTo>
                  <a:pt x="1268" y="586820"/>
                </a:lnTo>
                <a:lnTo>
                  <a:pt x="2537" y="576338"/>
                </a:lnTo>
                <a:lnTo>
                  <a:pt x="4439" y="565856"/>
                </a:lnTo>
                <a:lnTo>
                  <a:pt x="6659" y="555692"/>
                </a:lnTo>
                <a:lnTo>
                  <a:pt x="9512" y="545528"/>
                </a:lnTo>
                <a:lnTo>
                  <a:pt x="13000" y="535999"/>
                </a:lnTo>
                <a:lnTo>
                  <a:pt x="16488" y="526470"/>
                </a:lnTo>
                <a:lnTo>
                  <a:pt x="20610" y="517258"/>
                </a:lnTo>
                <a:lnTo>
                  <a:pt x="25366" y="508364"/>
                </a:lnTo>
                <a:lnTo>
                  <a:pt x="30440" y="499153"/>
                </a:lnTo>
                <a:lnTo>
                  <a:pt x="35830" y="490577"/>
                </a:lnTo>
                <a:lnTo>
                  <a:pt x="41854" y="482636"/>
                </a:lnTo>
                <a:lnTo>
                  <a:pt x="47879" y="474695"/>
                </a:lnTo>
                <a:lnTo>
                  <a:pt x="54538" y="467071"/>
                </a:lnTo>
                <a:lnTo>
                  <a:pt x="61513" y="460083"/>
                </a:lnTo>
                <a:lnTo>
                  <a:pt x="68489" y="452778"/>
                </a:lnTo>
                <a:lnTo>
                  <a:pt x="76416" y="446425"/>
                </a:lnTo>
                <a:lnTo>
                  <a:pt x="84026" y="440072"/>
                </a:lnTo>
                <a:lnTo>
                  <a:pt x="92270" y="434355"/>
                </a:lnTo>
                <a:lnTo>
                  <a:pt x="100831" y="428637"/>
                </a:lnTo>
                <a:lnTo>
                  <a:pt x="109709" y="423873"/>
                </a:lnTo>
                <a:lnTo>
                  <a:pt x="118588" y="419108"/>
                </a:lnTo>
                <a:lnTo>
                  <a:pt x="128100" y="414662"/>
                </a:lnTo>
                <a:lnTo>
                  <a:pt x="137295" y="411167"/>
                </a:lnTo>
                <a:lnTo>
                  <a:pt x="147125" y="407673"/>
                </a:lnTo>
                <a:lnTo>
                  <a:pt x="157271" y="405132"/>
                </a:lnTo>
                <a:lnTo>
                  <a:pt x="167418" y="402591"/>
                </a:lnTo>
                <a:lnTo>
                  <a:pt x="177881" y="400685"/>
                </a:lnTo>
                <a:lnTo>
                  <a:pt x="188345" y="399733"/>
                </a:lnTo>
                <a:lnTo>
                  <a:pt x="198809" y="398780"/>
                </a:lnTo>
                <a:lnTo>
                  <a:pt x="209589" y="398462"/>
                </a:lnTo>
                <a:close/>
                <a:moveTo>
                  <a:pt x="607969" y="0"/>
                </a:moveTo>
                <a:lnTo>
                  <a:pt x="620964" y="318"/>
                </a:lnTo>
                <a:lnTo>
                  <a:pt x="633009" y="1588"/>
                </a:lnTo>
                <a:lnTo>
                  <a:pt x="645053" y="3494"/>
                </a:lnTo>
                <a:lnTo>
                  <a:pt x="656146" y="5718"/>
                </a:lnTo>
                <a:lnTo>
                  <a:pt x="667557" y="9212"/>
                </a:lnTo>
                <a:lnTo>
                  <a:pt x="678333" y="13023"/>
                </a:lnTo>
                <a:lnTo>
                  <a:pt x="688793" y="17470"/>
                </a:lnTo>
                <a:lnTo>
                  <a:pt x="698935" y="22553"/>
                </a:lnTo>
                <a:lnTo>
                  <a:pt x="709078" y="28270"/>
                </a:lnTo>
                <a:lnTo>
                  <a:pt x="718269" y="34623"/>
                </a:lnTo>
                <a:lnTo>
                  <a:pt x="727144" y="41611"/>
                </a:lnTo>
                <a:lnTo>
                  <a:pt x="736336" y="48599"/>
                </a:lnTo>
                <a:lnTo>
                  <a:pt x="744894" y="56858"/>
                </a:lnTo>
                <a:lnTo>
                  <a:pt x="752501" y="64799"/>
                </a:lnTo>
                <a:lnTo>
                  <a:pt x="760424" y="73375"/>
                </a:lnTo>
                <a:lnTo>
                  <a:pt x="767714" y="82904"/>
                </a:lnTo>
                <a:lnTo>
                  <a:pt x="775004" y="73375"/>
                </a:lnTo>
                <a:lnTo>
                  <a:pt x="782928" y="64799"/>
                </a:lnTo>
                <a:lnTo>
                  <a:pt x="790852" y="56858"/>
                </a:lnTo>
                <a:lnTo>
                  <a:pt x="799093" y="48599"/>
                </a:lnTo>
                <a:lnTo>
                  <a:pt x="807968" y="41611"/>
                </a:lnTo>
                <a:lnTo>
                  <a:pt x="817160" y="34623"/>
                </a:lnTo>
                <a:lnTo>
                  <a:pt x="826668" y="28270"/>
                </a:lnTo>
                <a:lnTo>
                  <a:pt x="836494" y="22553"/>
                </a:lnTo>
                <a:lnTo>
                  <a:pt x="846636" y="17470"/>
                </a:lnTo>
                <a:lnTo>
                  <a:pt x="857096" y="13023"/>
                </a:lnTo>
                <a:lnTo>
                  <a:pt x="867872" y="9212"/>
                </a:lnTo>
                <a:lnTo>
                  <a:pt x="879283" y="5718"/>
                </a:lnTo>
                <a:lnTo>
                  <a:pt x="890693" y="3494"/>
                </a:lnTo>
                <a:lnTo>
                  <a:pt x="902420" y="1588"/>
                </a:lnTo>
                <a:lnTo>
                  <a:pt x="914782" y="318"/>
                </a:lnTo>
                <a:lnTo>
                  <a:pt x="927460" y="0"/>
                </a:lnTo>
                <a:lnTo>
                  <a:pt x="938236" y="318"/>
                </a:lnTo>
                <a:lnTo>
                  <a:pt x="948696" y="953"/>
                </a:lnTo>
                <a:lnTo>
                  <a:pt x="959155" y="2224"/>
                </a:lnTo>
                <a:lnTo>
                  <a:pt x="969615" y="4129"/>
                </a:lnTo>
                <a:lnTo>
                  <a:pt x="979757" y="6353"/>
                </a:lnTo>
                <a:lnTo>
                  <a:pt x="989583" y="9212"/>
                </a:lnTo>
                <a:lnTo>
                  <a:pt x="999726" y="12706"/>
                </a:lnTo>
                <a:lnTo>
                  <a:pt x="1008917" y="16517"/>
                </a:lnTo>
                <a:lnTo>
                  <a:pt x="1018426" y="20647"/>
                </a:lnTo>
                <a:lnTo>
                  <a:pt x="1027301" y="25094"/>
                </a:lnTo>
                <a:lnTo>
                  <a:pt x="1036175" y="30176"/>
                </a:lnTo>
                <a:lnTo>
                  <a:pt x="1044733" y="35576"/>
                </a:lnTo>
                <a:lnTo>
                  <a:pt x="1052974" y="41611"/>
                </a:lnTo>
                <a:lnTo>
                  <a:pt x="1060581" y="47646"/>
                </a:lnTo>
                <a:lnTo>
                  <a:pt x="1068505" y="54317"/>
                </a:lnTo>
                <a:lnTo>
                  <a:pt x="1075478" y="61305"/>
                </a:lnTo>
                <a:lnTo>
                  <a:pt x="1082451" y="68928"/>
                </a:lnTo>
                <a:lnTo>
                  <a:pt x="1089107" y="76234"/>
                </a:lnTo>
                <a:lnTo>
                  <a:pt x="1095129" y="84492"/>
                </a:lnTo>
                <a:lnTo>
                  <a:pt x="1101151" y="92433"/>
                </a:lnTo>
                <a:lnTo>
                  <a:pt x="1106539" y="101010"/>
                </a:lnTo>
                <a:lnTo>
                  <a:pt x="1111611" y="109586"/>
                </a:lnTo>
                <a:lnTo>
                  <a:pt x="1116048" y="119115"/>
                </a:lnTo>
                <a:lnTo>
                  <a:pt x="1120485" y="128327"/>
                </a:lnTo>
                <a:lnTo>
                  <a:pt x="1123972" y="137856"/>
                </a:lnTo>
                <a:lnTo>
                  <a:pt x="1127458" y="147385"/>
                </a:lnTo>
                <a:lnTo>
                  <a:pt x="1130311" y="157550"/>
                </a:lnTo>
                <a:lnTo>
                  <a:pt x="1132530" y="167714"/>
                </a:lnTo>
                <a:lnTo>
                  <a:pt x="1134431" y="177879"/>
                </a:lnTo>
                <a:lnTo>
                  <a:pt x="1135699" y="188361"/>
                </a:lnTo>
                <a:lnTo>
                  <a:pt x="1136333" y="199161"/>
                </a:lnTo>
                <a:lnTo>
                  <a:pt x="1136650" y="209643"/>
                </a:lnTo>
                <a:lnTo>
                  <a:pt x="1136650" y="219807"/>
                </a:lnTo>
                <a:lnTo>
                  <a:pt x="1136016" y="229654"/>
                </a:lnTo>
                <a:lnTo>
                  <a:pt x="1135065" y="238866"/>
                </a:lnTo>
                <a:lnTo>
                  <a:pt x="1134114" y="248395"/>
                </a:lnTo>
                <a:lnTo>
                  <a:pt x="1132530" y="257289"/>
                </a:lnTo>
                <a:lnTo>
                  <a:pt x="1130945" y="266183"/>
                </a:lnTo>
                <a:lnTo>
                  <a:pt x="1128726" y="274759"/>
                </a:lnTo>
                <a:lnTo>
                  <a:pt x="1126191" y="283335"/>
                </a:lnTo>
                <a:lnTo>
                  <a:pt x="1123655" y="291912"/>
                </a:lnTo>
                <a:lnTo>
                  <a:pt x="1120485" y="300170"/>
                </a:lnTo>
                <a:lnTo>
                  <a:pt x="1117316" y="308111"/>
                </a:lnTo>
                <a:lnTo>
                  <a:pt x="1113829" y="316370"/>
                </a:lnTo>
                <a:lnTo>
                  <a:pt x="1110343" y="324311"/>
                </a:lnTo>
                <a:lnTo>
                  <a:pt x="1106222" y="331934"/>
                </a:lnTo>
                <a:lnTo>
                  <a:pt x="1102102" y="339875"/>
                </a:lnTo>
                <a:lnTo>
                  <a:pt x="1097665" y="347499"/>
                </a:lnTo>
                <a:lnTo>
                  <a:pt x="1088156" y="362745"/>
                </a:lnTo>
                <a:lnTo>
                  <a:pt x="1078013" y="377675"/>
                </a:lnTo>
                <a:lnTo>
                  <a:pt x="1067237" y="392286"/>
                </a:lnTo>
                <a:lnTo>
                  <a:pt x="1055827" y="407215"/>
                </a:lnTo>
                <a:lnTo>
                  <a:pt x="1043782" y="421827"/>
                </a:lnTo>
                <a:lnTo>
                  <a:pt x="1031421" y="436756"/>
                </a:lnTo>
                <a:lnTo>
                  <a:pt x="1005431" y="466614"/>
                </a:lnTo>
                <a:lnTo>
                  <a:pt x="767714" y="719138"/>
                </a:lnTo>
                <a:lnTo>
                  <a:pt x="530315" y="466614"/>
                </a:lnTo>
                <a:lnTo>
                  <a:pt x="504325" y="436756"/>
                </a:lnTo>
                <a:lnTo>
                  <a:pt x="491964" y="421827"/>
                </a:lnTo>
                <a:lnTo>
                  <a:pt x="479919" y="407215"/>
                </a:lnTo>
                <a:lnTo>
                  <a:pt x="468192" y="392286"/>
                </a:lnTo>
                <a:lnTo>
                  <a:pt x="457733" y="377675"/>
                </a:lnTo>
                <a:lnTo>
                  <a:pt x="447273" y="362745"/>
                </a:lnTo>
                <a:lnTo>
                  <a:pt x="437764" y="347499"/>
                </a:lnTo>
                <a:lnTo>
                  <a:pt x="433644" y="339875"/>
                </a:lnTo>
                <a:lnTo>
                  <a:pt x="429207" y="331934"/>
                </a:lnTo>
                <a:lnTo>
                  <a:pt x="425403" y="324311"/>
                </a:lnTo>
                <a:lnTo>
                  <a:pt x="421600" y="316370"/>
                </a:lnTo>
                <a:lnTo>
                  <a:pt x="418113" y="308111"/>
                </a:lnTo>
                <a:lnTo>
                  <a:pt x="414944" y="300170"/>
                </a:lnTo>
                <a:lnTo>
                  <a:pt x="412091" y="291912"/>
                </a:lnTo>
                <a:lnTo>
                  <a:pt x="409555" y="283335"/>
                </a:lnTo>
                <a:lnTo>
                  <a:pt x="406703" y="274759"/>
                </a:lnTo>
                <a:lnTo>
                  <a:pt x="404801" y="266183"/>
                </a:lnTo>
                <a:lnTo>
                  <a:pt x="402899" y="257289"/>
                </a:lnTo>
                <a:lnTo>
                  <a:pt x="401632" y="248395"/>
                </a:lnTo>
                <a:lnTo>
                  <a:pt x="400047" y="238866"/>
                </a:lnTo>
                <a:lnTo>
                  <a:pt x="399413" y="229654"/>
                </a:lnTo>
                <a:lnTo>
                  <a:pt x="399096" y="219807"/>
                </a:lnTo>
                <a:lnTo>
                  <a:pt x="398462" y="209643"/>
                </a:lnTo>
                <a:lnTo>
                  <a:pt x="399096" y="199161"/>
                </a:lnTo>
                <a:lnTo>
                  <a:pt x="399730" y="188361"/>
                </a:lnTo>
                <a:lnTo>
                  <a:pt x="401315" y="177879"/>
                </a:lnTo>
                <a:lnTo>
                  <a:pt x="402899" y="167714"/>
                </a:lnTo>
                <a:lnTo>
                  <a:pt x="405118" y="157550"/>
                </a:lnTo>
                <a:lnTo>
                  <a:pt x="408288" y="147385"/>
                </a:lnTo>
                <a:lnTo>
                  <a:pt x="411457" y="137856"/>
                </a:lnTo>
                <a:lnTo>
                  <a:pt x="415261" y="128327"/>
                </a:lnTo>
                <a:lnTo>
                  <a:pt x="419698" y="119115"/>
                </a:lnTo>
                <a:lnTo>
                  <a:pt x="423818" y="109586"/>
                </a:lnTo>
                <a:lnTo>
                  <a:pt x="428890" y="101010"/>
                </a:lnTo>
                <a:lnTo>
                  <a:pt x="434278" y="92433"/>
                </a:lnTo>
                <a:lnTo>
                  <a:pt x="440300" y="84492"/>
                </a:lnTo>
                <a:lnTo>
                  <a:pt x="446322" y="76234"/>
                </a:lnTo>
                <a:lnTo>
                  <a:pt x="452978" y="68928"/>
                </a:lnTo>
                <a:lnTo>
                  <a:pt x="459951" y="61305"/>
                </a:lnTo>
                <a:lnTo>
                  <a:pt x="467241" y="54317"/>
                </a:lnTo>
                <a:lnTo>
                  <a:pt x="475165" y="47646"/>
                </a:lnTo>
                <a:lnTo>
                  <a:pt x="482772" y="41611"/>
                </a:lnTo>
                <a:lnTo>
                  <a:pt x="491013" y="35576"/>
                </a:lnTo>
                <a:lnTo>
                  <a:pt x="499571" y="30176"/>
                </a:lnTo>
                <a:lnTo>
                  <a:pt x="508128" y="25094"/>
                </a:lnTo>
                <a:lnTo>
                  <a:pt x="517320" y="20647"/>
                </a:lnTo>
                <a:lnTo>
                  <a:pt x="526829" y="16517"/>
                </a:lnTo>
                <a:lnTo>
                  <a:pt x="536020" y="12706"/>
                </a:lnTo>
                <a:lnTo>
                  <a:pt x="545846" y="9212"/>
                </a:lnTo>
                <a:lnTo>
                  <a:pt x="555989" y="6353"/>
                </a:lnTo>
                <a:lnTo>
                  <a:pt x="566131" y="4129"/>
                </a:lnTo>
                <a:lnTo>
                  <a:pt x="576274" y="2224"/>
                </a:lnTo>
                <a:lnTo>
                  <a:pt x="586733" y="953"/>
                </a:lnTo>
                <a:lnTo>
                  <a:pt x="597510" y="318"/>
                </a:lnTo>
                <a:lnTo>
                  <a:pt x="607969" y="0"/>
                </a:lnTo>
                <a:close/>
              </a:path>
            </a:pathLst>
          </a:custGeom>
          <a:gradFill flip="none" rotWithShape="1">
            <a:gsLst>
              <a:gs pos="100000">
                <a:srgbClr val="FCFCFC"/>
              </a:gs>
              <a:gs pos="0">
                <a:srgbClr val="CCCCCC"/>
              </a:gs>
            </a:gsLst>
            <a:lin ang="7200000" scaled="0"/>
            <a:tileRect/>
          </a:gradFill>
          <a:ln w="9525">
            <a:gradFill>
              <a:gsLst>
                <a:gs pos="89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7200000" scaled="0"/>
            </a:gradFill>
          </a:ln>
          <a:effectLst>
            <a:outerShdw blurRad="114300" dist="63500" dir="6600000" sx="103000" sy="103000" algn="tr" rotWithShape="0">
              <a:srgbClr val="4A97BE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/>
            <a:endParaRPr lang="zh-CN" altLang="en-US" sz="1015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KSO_Shape"/>
          <p:cNvSpPr/>
          <p:nvPr/>
        </p:nvSpPr>
        <p:spPr bwMode="auto">
          <a:xfrm>
            <a:off x="11347108" y="2220026"/>
            <a:ext cx="877177" cy="1034000"/>
          </a:xfrm>
          <a:custGeom>
            <a:avLst/>
            <a:gdLst>
              <a:gd name="T0" fmla="*/ 894085 w 4268"/>
              <a:gd name="T1" fmla="*/ 1679836 h 5034"/>
              <a:gd name="T2" fmla="*/ 695736 w 4268"/>
              <a:gd name="T3" fmla="*/ 1585986 h 5034"/>
              <a:gd name="T4" fmla="*/ 499280 w 4268"/>
              <a:gd name="T5" fmla="*/ 1455429 h 5034"/>
              <a:gd name="T6" fmla="*/ 311151 w 4268"/>
              <a:gd name="T7" fmla="*/ 1274163 h 5034"/>
              <a:gd name="T8" fmla="*/ 154818 w 4268"/>
              <a:gd name="T9" fmla="*/ 1035375 h 5034"/>
              <a:gd name="T10" fmla="*/ 85169 w 4268"/>
              <a:gd name="T11" fmla="*/ 858272 h 5034"/>
              <a:gd name="T12" fmla="*/ 47316 w 4268"/>
              <a:gd name="T13" fmla="*/ 693656 h 5034"/>
              <a:gd name="T14" fmla="*/ 27633 w 4268"/>
              <a:gd name="T15" fmla="*/ 597914 h 5034"/>
              <a:gd name="T16" fmla="*/ 757 w 4268"/>
              <a:gd name="T17" fmla="*/ 830647 h 5034"/>
              <a:gd name="T18" fmla="*/ 11356 w 4268"/>
              <a:gd name="T19" fmla="*/ 1056567 h 5034"/>
              <a:gd name="T20" fmla="*/ 50723 w 4268"/>
              <a:gd name="T21" fmla="*/ 1251079 h 5034"/>
              <a:gd name="T22" fmla="*/ 127564 w 4268"/>
              <a:gd name="T23" fmla="*/ 1457700 h 5034"/>
              <a:gd name="T24" fmla="*/ 227117 w 4268"/>
              <a:gd name="T25" fmla="*/ 1628749 h 5034"/>
              <a:gd name="T26" fmla="*/ 332348 w 4268"/>
              <a:gd name="T27" fmla="*/ 1749467 h 5034"/>
              <a:gd name="T28" fmla="*/ 444771 w 4268"/>
              <a:gd name="T29" fmla="*/ 1832342 h 5034"/>
              <a:gd name="T30" fmla="*/ 560980 w 4268"/>
              <a:gd name="T31" fmla="*/ 1881538 h 5034"/>
              <a:gd name="T32" fmla="*/ 676431 w 4268"/>
              <a:gd name="T33" fmla="*/ 1903108 h 5034"/>
              <a:gd name="T34" fmla="*/ 843362 w 4268"/>
              <a:gd name="T35" fmla="*/ 1892512 h 5034"/>
              <a:gd name="T36" fmla="*/ 1038683 w 4268"/>
              <a:gd name="T37" fmla="*/ 1858832 h 5034"/>
              <a:gd name="T38" fmla="*/ 1322201 w 4268"/>
              <a:gd name="T39" fmla="*/ 1838775 h 5034"/>
              <a:gd name="T40" fmla="*/ 1516008 w 4268"/>
              <a:gd name="T41" fmla="*/ 1785039 h 5034"/>
              <a:gd name="T42" fmla="*/ 1579979 w 4268"/>
              <a:gd name="T43" fmla="*/ 1750602 h 5034"/>
              <a:gd name="T44" fmla="*/ 1398664 w 4268"/>
              <a:gd name="T45" fmla="*/ 1771037 h 5034"/>
              <a:gd name="T46" fmla="*/ 1156406 w 4268"/>
              <a:gd name="T47" fmla="*/ 1752872 h 5034"/>
              <a:gd name="T48" fmla="*/ 157089 w 4268"/>
              <a:gd name="T49" fmla="*/ 73036 h 5034"/>
              <a:gd name="T50" fmla="*/ 126807 w 4268"/>
              <a:gd name="T51" fmla="*/ 278522 h 5034"/>
              <a:gd name="T52" fmla="*/ 120751 w 4268"/>
              <a:gd name="T53" fmla="*/ 466979 h 5034"/>
              <a:gd name="T54" fmla="*/ 135135 w 4268"/>
              <a:gd name="T55" fmla="*/ 637271 h 5034"/>
              <a:gd name="T56" fmla="*/ 171474 w 4268"/>
              <a:gd name="T57" fmla="*/ 576344 h 5034"/>
              <a:gd name="T58" fmla="*/ 238473 w 4268"/>
              <a:gd name="T59" fmla="*/ 459788 h 5034"/>
              <a:gd name="T60" fmla="*/ 209705 w 4268"/>
              <a:gd name="T61" fmla="*/ 571803 h 5034"/>
              <a:gd name="T62" fmla="*/ 193428 w 4268"/>
              <a:gd name="T63" fmla="*/ 742095 h 5034"/>
              <a:gd name="T64" fmla="*/ 209326 w 4268"/>
              <a:gd name="T65" fmla="*/ 910495 h 5034"/>
              <a:gd name="T66" fmla="*/ 282761 w 4268"/>
              <a:gd name="T67" fmla="*/ 1059973 h 5034"/>
              <a:gd name="T68" fmla="*/ 341812 w 4268"/>
              <a:gd name="T69" fmla="*/ 1099330 h 5034"/>
              <a:gd name="T70" fmla="*/ 369066 w 4268"/>
              <a:gd name="T71" fmla="*/ 912765 h 5034"/>
              <a:gd name="T72" fmla="*/ 420924 w 4268"/>
              <a:gd name="T73" fmla="*/ 767449 h 5034"/>
              <a:gd name="T74" fmla="*/ 430009 w 4268"/>
              <a:gd name="T75" fmla="*/ 818537 h 5034"/>
              <a:gd name="T76" fmla="*/ 428116 w 4268"/>
              <a:gd name="T77" fmla="*/ 1022887 h 5034"/>
              <a:gd name="T78" fmla="*/ 465212 w 4268"/>
              <a:gd name="T79" fmla="*/ 1249565 h 5034"/>
              <a:gd name="T80" fmla="*/ 610567 w 4268"/>
              <a:gd name="T81" fmla="*/ 1416073 h 5034"/>
              <a:gd name="T82" fmla="*/ 668103 w 4268"/>
              <a:gd name="T83" fmla="*/ 1328278 h 5034"/>
              <a:gd name="T84" fmla="*/ 670753 w 4268"/>
              <a:gd name="T85" fmla="*/ 1121657 h 5034"/>
              <a:gd name="T86" fmla="*/ 705578 w 4268"/>
              <a:gd name="T87" fmla="*/ 961961 h 5034"/>
              <a:gd name="T88" fmla="*/ 719205 w 4268"/>
              <a:gd name="T89" fmla="*/ 1091004 h 5034"/>
              <a:gd name="T90" fmla="*/ 760464 w 4268"/>
              <a:gd name="T91" fmla="*/ 1298760 h 5034"/>
              <a:gd name="T92" fmla="*/ 840713 w 4268"/>
              <a:gd name="T93" fmla="*/ 1521654 h 5034"/>
              <a:gd name="T94" fmla="*/ 1029977 w 4268"/>
              <a:gd name="T95" fmla="*/ 1631776 h 5034"/>
              <a:gd name="T96" fmla="*/ 1163976 w 4268"/>
              <a:gd name="T97" fmla="*/ 1661672 h 5034"/>
              <a:gd name="T98" fmla="*/ 1198044 w 4268"/>
              <a:gd name="T99" fmla="*/ 1469052 h 5034"/>
              <a:gd name="T100" fmla="*/ 1196151 w 4268"/>
              <a:gd name="T101" fmla="*/ 1309735 h 5034"/>
              <a:gd name="T102" fmla="*/ 1159434 w 4268"/>
              <a:gd name="T103" fmla="*/ 1126198 h 5034"/>
              <a:gd name="T104" fmla="*/ 1071237 w 4268"/>
              <a:gd name="T105" fmla="*/ 931308 h 5034"/>
              <a:gd name="T106" fmla="*/ 914147 w 4268"/>
              <a:gd name="T107" fmla="*/ 737932 h 5034"/>
              <a:gd name="T108" fmla="*/ 674917 w 4268"/>
              <a:gd name="T109" fmla="*/ 549097 h 5034"/>
              <a:gd name="T110" fmla="*/ 403890 w 4268"/>
              <a:gd name="T111" fmla="*/ 298579 h 5034"/>
              <a:gd name="T112" fmla="*/ 239987 w 4268"/>
              <a:gd name="T113" fmla="*/ 101797 h 5034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</a:gdLst>
            <a:ahLst/>
            <a:cxnLst>
              <a:cxn ang="T114">
                <a:pos x="T0" y="T1"/>
              </a:cxn>
              <a:cxn ang="T115">
                <a:pos x="T2" y="T3"/>
              </a:cxn>
              <a:cxn ang="T116">
                <a:pos x="T4" y="T5"/>
              </a:cxn>
              <a:cxn ang="T117">
                <a:pos x="T6" y="T7"/>
              </a:cxn>
              <a:cxn ang="T118">
                <a:pos x="T8" y="T9"/>
              </a:cxn>
              <a:cxn ang="T119">
                <a:pos x="T10" y="T11"/>
              </a:cxn>
              <a:cxn ang="T120">
                <a:pos x="T12" y="T13"/>
              </a:cxn>
              <a:cxn ang="T121">
                <a:pos x="T14" y="T15"/>
              </a:cxn>
              <a:cxn ang="T122">
                <a:pos x="T16" y="T17"/>
              </a:cxn>
              <a:cxn ang="T123">
                <a:pos x="T18" y="T19"/>
              </a:cxn>
              <a:cxn ang="T124">
                <a:pos x="T20" y="T21"/>
              </a:cxn>
              <a:cxn ang="T125">
                <a:pos x="T22" y="T23"/>
              </a:cxn>
              <a:cxn ang="T126">
                <a:pos x="T24" y="T25"/>
              </a:cxn>
              <a:cxn ang="T127">
                <a:pos x="T26" y="T27"/>
              </a:cxn>
              <a:cxn ang="T128">
                <a:pos x="T28" y="T29"/>
              </a:cxn>
              <a:cxn ang="T129">
                <a:pos x="T30" y="T31"/>
              </a:cxn>
              <a:cxn ang="T130">
                <a:pos x="T32" y="T33"/>
              </a:cxn>
              <a:cxn ang="T131">
                <a:pos x="T34" y="T35"/>
              </a:cxn>
              <a:cxn ang="T132">
                <a:pos x="T36" y="T37"/>
              </a:cxn>
              <a:cxn ang="T133">
                <a:pos x="T38" y="T39"/>
              </a:cxn>
              <a:cxn ang="T134">
                <a:pos x="T40" y="T41"/>
              </a:cxn>
              <a:cxn ang="T135">
                <a:pos x="T42" y="T43"/>
              </a:cxn>
              <a:cxn ang="T136">
                <a:pos x="T44" y="T45"/>
              </a:cxn>
              <a:cxn ang="T137">
                <a:pos x="T46" y="T47"/>
              </a:cxn>
              <a:cxn ang="T138">
                <a:pos x="T48" y="T49"/>
              </a:cxn>
              <a:cxn ang="T139">
                <a:pos x="T50" y="T51"/>
              </a:cxn>
              <a:cxn ang="T140">
                <a:pos x="T52" y="T53"/>
              </a:cxn>
              <a:cxn ang="T141">
                <a:pos x="T54" y="T55"/>
              </a:cxn>
              <a:cxn ang="T142">
                <a:pos x="T56" y="T57"/>
              </a:cxn>
              <a:cxn ang="T143">
                <a:pos x="T58" y="T59"/>
              </a:cxn>
              <a:cxn ang="T144">
                <a:pos x="T60" y="T61"/>
              </a:cxn>
              <a:cxn ang="T145">
                <a:pos x="T62" y="T63"/>
              </a:cxn>
              <a:cxn ang="T146">
                <a:pos x="T64" y="T65"/>
              </a:cxn>
              <a:cxn ang="T147">
                <a:pos x="T66" y="T67"/>
              </a:cxn>
              <a:cxn ang="T148">
                <a:pos x="T68" y="T69"/>
              </a:cxn>
              <a:cxn ang="T149">
                <a:pos x="T70" y="T71"/>
              </a:cxn>
              <a:cxn ang="T150">
                <a:pos x="T72" y="T73"/>
              </a:cxn>
              <a:cxn ang="T151">
                <a:pos x="T74" y="T75"/>
              </a:cxn>
              <a:cxn ang="T152">
                <a:pos x="T76" y="T77"/>
              </a:cxn>
              <a:cxn ang="T153">
                <a:pos x="T78" y="T79"/>
              </a:cxn>
              <a:cxn ang="T154">
                <a:pos x="T80" y="T81"/>
              </a:cxn>
              <a:cxn ang="T155">
                <a:pos x="T82" y="T83"/>
              </a:cxn>
              <a:cxn ang="T156">
                <a:pos x="T84" y="T85"/>
              </a:cxn>
              <a:cxn ang="T157">
                <a:pos x="T86" y="T87"/>
              </a:cxn>
              <a:cxn ang="T158">
                <a:pos x="T88" y="T89"/>
              </a:cxn>
              <a:cxn ang="T159">
                <a:pos x="T90" y="T91"/>
              </a:cxn>
              <a:cxn ang="T160">
                <a:pos x="T92" y="T93"/>
              </a:cxn>
              <a:cxn ang="T161">
                <a:pos x="T94" y="T95"/>
              </a:cxn>
              <a:cxn ang="T162">
                <a:pos x="T96" y="T97"/>
              </a:cxn>
              <a:cxn ang="T163">
                <a:pos x="T98" y="T99"/>
              </a:cxn>
              <a:cxn ang="T164">
                <a:pos x="T100" y="T101"/>
              </a:cxn>
              <a:cxn ang="T165">
                <a:pos x="T102" y="T103"/>
              </a:cxn>
              <a:cxn ang="T166">
                <a:pos x="T104" y="T105"/>
              </a:cxn>
              <a:cxn ang="T167">
                <a:pos x="T106" y="T107"/>
              </a:cxn>
              <a:cxn ang="T168">
                <a:pos x="T108" y="T109"/>
              </a:cxn>
              <a:cxn ang="T169">
                <a:pos x="T110" y="T111"/>
              </a:cxn>
              <a:cxn ang="T170">
                <a:pos x="T112" y="T113"/>
              </a:cxn>
            </a:cxnLst>
            <a:rect l="0" t="0" r="r" b="b"/>
            <a:pathLst>
              <a:path w="4268" h="5034">
                <a:moveTo>
                  <a:pt x="2846" y="4597"/>
                </a:moveTo>
                <a:lnTo>
                  <a:pt x="2846" y="4597"/>
                </a:lnTo>
                <a:lnTo>
                  <a:pt x="2803" y="4585"/>
                </a:lnTo>
                <a:lnTo>
                  <a:pt x="2749" y="4571"/>
                </a:lnTo>
                <a:lnTo>
                  <a:pt x="2687" y="4553"/>
                </a:lnTo>
                <a:lnTo>
                  <a:pt x="2617" y="4531"/>
                </a:lnTo>
                <a:lnTo>
                  <a:pt x="2538" y="4504"/>
                </a:lnTo>
                <a:lnTo>
                  <a:pt x="2454" y="4474"/>
                </a:lnTo>
                <a:lnTo>
                  <a:pt x="2362" y="4439"/>
                </a:lnTo>
                <a:lnTo>
                  <a:pt x="2265" y="4399"/>
                </a:lnTo>
                <a:lnTo>
                  <a:pt x="2215" y="4378"/>
                </a:lnTo>
                <a:lnTo>
                  <a:pt x="2164" y="4355"/>
                </a:lnTo>
                <a:lnTo>
                  <a:pt x="2112" y="4331"/>
                </a:lnTo>
                <a:lnTo>
                  <a:pt x="2059" y="4305"/>
                </a:lnTo>
                <a:lnTo>
                  <a:pt x="2004" y="4279"/>
                </a:lnTo>
                <a:lnTo>
                  <a:pt x="1950" y="4251"/>
                </a:lnTo>
                <a:lnTo>
                  <a:pt x="1894" y="4222"/>
                </a:lnTo>
                <a:lnTo>
                  <a:pt x="1838" y="4191"/>
                </a:lnTo>
                <a:lnTo>
                  <a:pt x="1781" y="4158"/>
                </a:lnTo>
                <a:lnTo>
                  <a:pt x="1724" y="4125"/>
                </a:lnTo>
                <a:lnTo>
                  <a:pt x="1666" y="4089"/>
                </a:lnTo>
                <a:lnTo>
                  <a:pt x="1608" y="4052"/>
                </a:lnTo>
                <a:lnTo>
                  <a:pt x="1550" y="4014"/>
                </a:lnTo>
                <a:lnTo>
                  <a:pt x="1492" y="3974"/>
                </a:lnTo>
                <a:lnTo>
                  <a:pt x="1434" y="3933"/>
                </a:lnTo>
                <a:lnTo>
                  <a:pt x="1376" y="3891"/>
                </a:lnTo>
                <a:lnTo>
                  <a:pt x="1319" y="3846"/>
                </a:lnTo>
                <a:lnTo>
                  <a:pt x="1261" y="3800"/>
                </a:lnTo>
                <a:lnTo>
                  <a:pt x="1204" y="3752"/>
                </a:lnTo>
                <a:lnTo>
                  <a:pt x="1147" y="3702"/>
                </a:lnTo>
                <a:lnTo>
                  <a:pt x="1092" y="3651"/>
                </a:lnTo>
                <a:lnTo>
                  <a:pt x="1036" y="3598"/>
                </a:lnTo>
                <a:lnTo>
                  <a:pt x="981" y="3543"/>
                </a:lnTo>
                <a:lnTo>
                  <a:pt x="927" y="3487"/>
                </a:lnTo>
                <a:lnTo>
                  <a:pt x="874" y="3428"/>
                </a:lnTo>
                <a:lnTo>
                  <a:pt x="822" y="3367"/>
                </a:lnTo>
                <a:lnTo>
                  <a:pt x="770" y="3305"/>
                </a:lnTo>
                <a:lnTo>
                  <a:pt x="720" y="3241"/>
                </a:lnTo>
                <a:lnTo>
                  <a:pt x="671" y="3174"/>
                </a:lnTo>
                <a:lnTo>
                  <a:pt x="624" y="3106"/>
                </a:lnTo>
                <a:lnTo>
                  <a:pt x="577" y="3037"/>
                </a:lnTo>
                <a:lnTo>
                  <a:pt x="533" y="2965"/>
                </a:lnTo>
                <a:lnTo>
                  <a:pt x="489" y="2891"/>
                </a:lnTo>
                <a:lnTo>
                  <a:pt x="448" y="2814"/>
                </a:lnTo>
                <a:lnTo>
                  <a:pt x="409" y="2736"/>
                </a:lnTo>
                <a:lnTo>
                  <a:pt x="371" y="2656"/>
                </a:lnTo>
                <a:lnTo>
                  <a:pt x="334" y="2573"/>
                </a:lnTo>
                <a:lnTo>
                  <a:pt x="318" y="2531"/>
                </a:lnTo>
                <a:lnTo>
                  <a:pt x="301" y="2489"/>
                </a:lnTo>
                <a:lnTo>
                  <a:pt x="284" y="2445"/>
                </a:lnTo>
                <a:lnTo>
                  <a:pt x="268" y="2402"/>
                </a:lnTo>
                <a:lnTo>
                  <a:pt x="253" y="2357"/>
                </a:lnTo>
                <a:lnTo>
                  <a:pt x="238" y="2312"/>
                </a:lnTo>
                <a:lnTo>
                  <a:pt x="225" y="2268"/>
                </a:lnTo>
                <a:lnTo>
                  <a:pt x="212" y="2221"/>
                </a:lnTo>
                <a:lnTo>
                  <a:pt x="198" y="2175"/>
                </a:lnTo>
                <a:lnTo>
                  <a:pt x="186" y="2127"/>
                </a:lnTo>
                <a:lnTo>
                  <a:pt x="174" y="2080"/>
                </a:lnTo>
                <a:lnTo>
                  <a:pt x="163" y="2031"/>
                </a:lnTo>
                <a:lnTo>
                  <a:pt x="152" y="1983"/>
                </a:lnTo>
                <a:lnTo>
                  <a:pt x="142" y="1933"/>
                </a:lnTo>
                <a:lnTo>
                  <a:pt x="134" y="1884"/>
                </a:lnTo>
                <a:lnTo>
                  <a:pt x="125" y="1833"/>
                </a:lnTo>
                <a:lnTo>
                  <a:pt x="117" y="1781"/>
                </a:lnTo>
                <a:lnTo>
                  <a:pt x="110" y="1730"/>
                </a:lnTo>
                <a:lnTo>
                  <a:pt x="103" y="1678"/>
                </a:lnTo>
                <a:lnTo>
                  <a:pt x="98" y="1624"/>
                </a:lnTo>
                <a:lnTo>
                  <a:pt x="92" y="1571"/>
                </a:lnTo>
                <a:lnTo>
                  <a:pt x="88" y="1517"/>
                </a:lnTo>
                <a:lnTo>
                  <a:pt x="84" y="1533"/>
                </a:lnTo>
                <a:lnTo>
                  <a:pt x="73" y="1580"/>
                </a:lnTo>
                <a:lnTo>
                  <a:pt x="59" y="1654"/>
                </a:lnTo>
                <a:lnTo>
                  <a:pt x="50" y="1702"/>
                </a:lnTo>
                <a:lnTo>
                  <a:pt x="41" y="1756"/>
                </a:lnTo>
                <a:lnTo>
                  <a:pt x="33" y="1816"/>
                </a:lnTo>
                <a:lnTo>
                  <a:pt x="24" y="1881"/>
                </a:lnTo>
                <a:lnTo>
                  <a:pt x="18" y="1952"/>
                </a:lnTo>
                <a:lnTo>
                  <a:pt x="11" y="2028"/>
                </a:lnTo>
                <a:lnTo>
                  <a:pt x="5" y="2109"/>
                </a:lnTo>
                <a:lnTo>
                  <a:pt x="2" y="2195"/>
                </a:lnTo>
                <a:lnTo>
                  <a:pt x="0" y="2286"/>
                </a:lnTo>
                <a:lnTo>
                  <a:pt x="1" y="2379"/>
                </a:lnTo>
                <a:lnTo>
                  <a:pt x="3" y="2477"/>
                </a:lnTo>
                <a:lnTo>
                  <a:pt x="6" y="2528"/>
                </a:lnTo>
                <a:lnTo>
                  <a:pt x="9" y="2579"/>
                </a:lnTo>
                <a:lnTo>
                  <a:pt x="13" y="2631"/>
                </a:lnTo>
                <a:lnTo>
                  <a:pt x="18" y="2684"/>
                </a:lnTo>
                <a:lnTo>
                  <a:pt x="23" y="2737"/>
                </a:lnTo>
                <a:lnTo>
                  <a:pt x="30" y="2792"/>
                </a:lnTo>
                <a:lnTo>
                  <a:pt x="38" y="2847"/>
                </a:lnTo>
                <a:lnTo>
                  <a:pt x="45" y="2902"/>
                </a:lnTo>
                <a:lnTo>
                  <a:pt x="54" y="2958"/>
                </a:lnTo>
                <a:lnTo>
                  <a:pt x="65" y="3015"/>
                </a:lnTo>
                <a:lnTo>
                  <a:pt x="77" y="3072"/>
                </a:lnTo>
                <a:lnTo>
                  <a:pt x="89" y="3130"/>
                </a:lnTo>
                <a:lnTo>
                  <a:pt x="102" y="3189"/>
                </a:lnTo>
                <a:lnTo>
                  <a:pt x="117" y="3247"/>
                </a:lnTo>
                <a:lnTo>
                  <a:pt x="134" y="3306"/>
                </a:lnTo>
                <a:lnTo>
                  <a:pt x="150" y="3366"/>
                </a:lnTo>
                <a:lnTo>
                  <a:pt x="169" y="3425"/>
                </a:lnTo>
                <a:lnTo>
                  <a:pt x="188" y="3486"/>
                </a:lnTo>
                <a:lnTo>
                  <a:pt x="209" y="3546"/>
                </a:lnTo>
                <a:lnTo>
                  <a:pt x="232" y="3607"/>
                </a:lnTo>
                <a:lnTo>
                  <a:pt x="256" y="3667"/>
                </a:lnTo>
                <a:lnTo>
                  <a:pt x="282" y="3729"/>
                </a:lnTo>
                <a:lnTo>
                  <a:pt x="309" y="3790"/>
                </a:lnTo>
                <a:lnTo>
                  <a:pt x="337" y="3852"/>
                </a:lnTo>
                <a:lnTo>
                  <a:pt x="367" y="3913"/>
                </a:lnTo>
                <a:lnTo>
                  <a:pt x="399" y="3974"/>
                </a:lnTo>
                <a:lnTo>
                  <a:pt x="431" y="4036"/>
                </a:lnTo>
                <a:lnTo>
                  <a:pt x="467" y="4097"/>
                </a:lnTo>
                <a:lnTo>
                  <a:pt x="504" y="4158"/>
                </a:lnTo>
                <a:lnTo>
                  <a:pt x="542" y="4218"/>
                </a:lnTo>
                <a:lnTo>
                  <a:pt x="571" y="4262"/>
                </a:lnTo>
                <a:lnTo>
                  <a:pt x="600" y="4304"/>
                </a:lnTo>
                <a:lnTo>
                  <a:pt x="629" y="4346"/>
                </a:lnTo>
                <a:lnTo>
                  <a:pt x="659" y="4385"/>
                </a:lnTo>
                <a:lnTo>
                  <a:pt x="689" y="4423"/>
                </a:lnTo>
                <a:lnTo>
                  <a:pt x="720" y="4459"/>
                </a:lnTo>
                <a:lnTo>
                  <a:pt x="750" y="4495"/>
                </a:lnTo>
                <a:lnTo>
                  <a:pt x="782" y="4529"/>
                </a:lnTo>
                <a:lnTo>
                  <a:pt x="814" y="4562"/>
                </a:lnTo>
                <a:lnTo>
                  <a:pt x="845" y="4593"/>
                </a:lnTo>
                <a:lnTo>
                  <a:pt x="878" y="4623"/>
                </a:lnTo>
                <a:lnTo>
                  <a:pt x="910" y="4652"/>
                </a:lnTo>
                <a:lnTo>
                  <a:pt x="942" y="4680"/>
                </a:lnTo>
                <a:lnTo>
                  <a:pt x="976" y="4707"/>
                </a:lnTo>
                <a:lnTo>
                  <a:pt x="1008" y="4732"/>
                </a:lnTo>
                <a:lnTo>
                  <a:pt x="1042" y="4756"/>
                </a:lnTo>
                <a:lnTo>
                  <a:pt x="1075" y="4779"/>
                </a:lnTo>
                <a:lnTo>
                  <a:pt x="1108" y="4801"/>
                </a:lnTo>
                <a:lnTo>
                  <a:pt x="1142" y="4822"/>
                </a:lnTo>
                <a:lnTo>
                  <a:pt x="1175" y="4842"/>
                </a:lnTo>
                <a:lnTo>
                  <a:pt x="1210" y="4860"/>
                </a:lnTo>
                <a:lnTo>
                  <a:pt x="1243" y="4878"/>
                </a:lnTo>
                <a:lnTo>
                  <a:pt x="1277" y="4894"/>
                </a:lnTo>
                <a:lnTo>
                  <a:pt x="1311" y="4910"/>
                </a:lnTo>
                <a:lnTo>
                  <a:pt x="1346" y="4924"/>
                </a:lnTo>
                <a:lnTo>
                  <a:pt x="1380" y="4938"/>
                </a:lnTo>
                <a:lnTo>
                  <a:pt x="1414" y="4950"/>
                </a:lnTo>
                <a:lnTo>
                  <a:pt x="1449" y="4961"/>
                </a:lnTo>
                <a:lnTo>
                  <a:pt x="1482" y="4972"/>
                </a:lnTo>
                <a:lnTo>
                  <a:pt x="1517" y="4981"/>
                </a:lnTo>
                <a:lnTo>
                  <a:pt x="1550" y="4990"/>
                </a:lnTo>
                <a:lnTo>
                  <a:pt x="1585" y="4998"/>
                </a:lnTo>
                <a:lnTo>
                  <a:pt x="1618" y="5006"/>
                </a:lnTo>
                <a:lnTo>
                  <a:pt x="1653" y="5011"/>
                </a:lnTo>
                <a:lnTo>
                  <a:pt x="1686" y="5017"/>
                </a:lnTo>
                <a:lnTo>
                  <a:pt x="1720" y="5022"/>
                </a:lnTo>
                <a:lnTo>
                  <a:pt x="1753" y="5026"/>
                </a:lnTo>
                <a:lnTo>
                  <a:pt x="1787" y="5029"/>
                </a:lnTo>
                <a:lnTo>
                  <a:pt x="1820" y="5032"/>
                </a:lnTo>
                <a:lnTo>
                  <a:pt x="1852" y="5033"/>
                </a:lnTo>
                <a:lnTo>
                  <a:pt x="1886" y="5034"/>
                </a:lnTo>
                <a:lnTo>
                  <a:pt x="1918" y="5034"/>
                </a:lnTo>
                <a:lnTo>
                  <a:pt x="1983" y="5033"/>
                </a:lnTo>
                <a:lnTo>
                  <a:pt x="2047" y="5028"/>
                </a:lnTo>
                <a:lnTo>
                  <a:pt x="2108" y="5022"/>
                </a:lnTo>
                <a:lnTo>
                  <a:pt x="2169" y="5013"/>
                </a:lnTo>
                <a:lnTo>
                  <a:pt x="2228" y="5001"/>
                </a:lnTo>
                <a:lnTo>
                  <a:pt x="2286" y="4989"/>
                </a:lnTo>
                <a:lnTo>
                  <a:pt x="2343" y="4975"/>
                </a:lnTo>
                <a:lnTo>
                  <a:pt x="2397" y="4958"/>
                </a:lnTo>
                <a:lnTo>
                  <a:pt x="2449" y="4940"/>
                </a:lnTo>
                <a:lnTo>
                  <a:pt x="2501" y="4921"/>
                </a:lnTo>
                <a:lnTo>
                  <a:pt x="2549" y="4901"/>
                </a:lnTo>
                <a:lnTo>
                  <a:pt x="2648" y="4908"/>
                </a:lnTo>
                <a:lnTo>
                  <a:pt x="2744" y="4912"/>
                </a:lnTo>
                <a:lnTo>
                  <a:pt x="2839" y="4914"/>
                </a:lnTo>
                <a:lnTo>
                  <a:pt x="2930" y="4914"/>
                </a:lnTo>
                <a:lnTo>
                  <a:pt x="3018" y="4911"/>
                </a:lnTo>
                <a:lnTo>
                  <a:pt x="3104" y="4907"/>
                </a:lnTo>
                <a:lnTo>
                  <a:pt x="3188" y="4900"/>
                </a:lnTo>
                <a:lnTo>
                  <a:pt x="3268" y="4892"/>
                </a:lnTo>
                <a:lnTo>
                  <a:pt x="3346" y="4882"/>
                </a:lnTo>
                <a:lnTo>
                  <a:pt x="3421" y="4871"/>
                </a:lnTo>
                <a:lnTo>
                  <a:pt x="3493" y="4859"/>
                </a:lnTo>
                <a:lnTo>
                  <a:pt x="3563" y="4845"/>
                </a:lnTo>
                <a:lnTo>
                  <a:pt x="3628" y="4831"/>
                </a:lnTo>
                <a:lnTo>
                  <a:pt x="3692" y="4815"/>
                </a:lnTo>
                <a:lnTo>
                  <a:pt x="3752" y="4800"/>
                </a:lnTo>
                <a:lnTo>
                  <a:pt x="3809" y="4784"/>
                </a:lnTo>
                <a:lnTo>
                  <a:pt x="3864" y="4767"/>
                </a:lnTo>
                <a:lnTo>
                  <a:pt x="3914" y="4750"/>
                </a:lnTo>
                <a:lnTo>
                  <a:pt x="3962" y="4734"/>
                </a:lnTo>
                <a:lnTo>
                  <a:pt x="4005" y="4717"/>
                </a:lnTo>
                <a:lnTo>
                  <a:pt x="4047" y="4701"/>
                </a:lnTo>
                <a:lnTo>
                  <a:pt x="4085" y="4686"/>
                </a:lnTo>
                <a:lnTo>
                  <a:pt x="4149" y="4658"/>
                </a:lnTo>
                <a:lnTo>
                  <a:pt x="4201" y="4633"/>
                </a:lnTo>
                <a:lnTo>
                  <a:pt x="4237" y="4613"/>
                </a:lnTo>
                <a:lnTo>
                  <a:pt x="4268" y="4597"/>
                </a:lnTo>
                <a:lnTo>
                  <a:pt x="4222" y="4612"/>
                </a:lnTo>
                <a:lnTo>
                  <a:pt x="4174" y="4626"/>
                </a:lnTo>
                <a:lnTo>
                  <a:pt x="4125" y="4638"/>
                </a:lnTo>
                <a:lnTo>
                  <a:pt x="4073" y="4648"/>
                </a:lnTo>
                <a:lnTo>
                  <a:pt x="4022" y="4657"/>
                </a:lnTo>
                <a:lnTo>
                  <a:pt x="3969" y="4663"/>
                </a:lnTo>
                <a:lnTo>
                  <a:pt x="3915" y="4670"/>
                </a:lnTo>
                <a:lnTo>
                  <a:pt x="3860" y="4675"/>
                </a:lnTo>
                <a:lnTo>
                  <a:pt x="3806" y="4677"/>
                </a:lnTo>
                <a:lnTo>
                  <a:pt x="3751" y="4679"/>
                </a:lnTo>
                <a:lnTo>
                  <a:pt x="3695" y="4680"/>
                </a:lnTo>
                <a:lnTo>
                  <a:pt x="3641" y="4680"/>
                </a:lnTo>
                <a:lnTo>
                  <a:pt x="3586" y="4679"/>
                </a:lnTo>
                <a:lnTo>
                  <a:pt x="3531" y="4678"/>
                </a:lnTo>
                <a:lnTo>
                  <a:pt x="3478" y="4676"/>
                </a:lnTo>
                <a:lnTo>
                  <a:pt x="3425" y="4672"/>
                </a:lnTo>
                <a:lnTo>
                  <a:pt x="3323" y="4663"/>
                </a:lnTo>
                <a:lnTo>
                  <a:pt x="3226" y="4655"/>
                </a:lnTo>
                <a:lnTo>
                  <a:pt x="3136" y="4643"/>
                </a:lnTo>
                <a:lnTo>
                  <a:pt x="3055" y="4632"/>
                </a:lnTo>
                <a:lnTo>
                  <a:pt x="2985" y="4621"/>
                </a:lnTo>
                <a:lnTo>
                  <a:pt x="2924" y="4611"/>
                </a:lnTo>
                <a:lnTo>
                  <a:pt x="2846" y="4597"/>
                </a:lnTo>
                <a:close/>
                <a:moveTo>
                  <a:pt x="456" y="0"/>
                </a:moveTo>
                <a:lnTo>
                  <a:pt x="456" y="0"/>
                </a:lnTo>
                <a:lnTo>
                  <a:pt x="441" y="65"/>
                </a:lnTo>
                <a:lnTo>
                  <a:pt x="428" y="130"/>
                </a:lnTo>
                <a:lnTo>
                  <a:pt x="415" y="193"/>
                </a:lnTo>
                <a:lnTo>
                  <a:pt x="402" y="256"/>
                </a:lnTo>
                <a:lnTo>
                  <a:pt x="391" y="318"/>
                </a:lnTo>
                <a:lnTo>
                  <a:pt x="381" y="379"/>
                </a:lnTo>
                <a:lnTo>
                  <a:pt x="371" y="441"/>
                </a:lnTo>
                <a:lnTo>
                  <a:pt x="362" y="501"/>
                </a:lnTo>
                <a:lnTo>
                  <a:pt x="354" y="561"/>
                </a:lnTo>
                <a:lnTo>
                  <a:pt x="348" y="620"/>
                </a:lnTo>
                <a:lnTo>
                  <a:pt x="341" y="678"/>
                </a:lnTo>
                <a:lnTo>
                  <a:pt x="335" y="736"/>
                </a:lnTo>
                <a:lnTo>
                  <a:pt x="331" y="794"/>
                </a:lnTo>
                <a:lnTo>
                  <a:pt x="326" y="851"/>
                </a:lnTo>
                <a:lnTo>
                  <a:pt x="323" y="907"/>
                </a:lnTo>
                <a:lnTo>
                  <a:pt x="321" y="963"/>
                </a:lnTo>
                <a:lnTo>
                  <a:pt x="319" y="1019"/>
                </a:lnTo>
                <a:lnTo>
                  <a:pt x="318" y="1073"/>
                </a:lnTo>
                <a:lnTo>
                  <a:pt x="318" y="1127"/>
                </a:lnTo>
                <a:lnTo>
                  <a:pt x="318" y="1180"/>
                </a:lnTo>
                <a:lnTo>
                  <a:pt x="319" y="1234"/>
                </a:lnTo>
                <a:lnTo>
                  <a:pt x="320" y="1286"/>
                </a:lnTo>
                <a:lnTo>
                  <a:pt x="322" y="1338"/>
                </a:lnTo>
                <a:lnTo>
                  <a:pt x="325" y="1389"/>
                </a:lnTo>
                <a:lnTo>
                  <a:pt x="329" y="1439"/>
                </a:lnTo>
                <a:lnTo>
                  <a:pt x="333" y="1489"/>
                </a:lnTo>
                <a:lnTo>
                  <a:pt x="339" y="1539"/>
                </a:lnTo>
                <a:lnTo>
                  <a:pt x="344" y="1588"/>
                </a:lnTo>
                <a:lnTo>
                  <a:pt x="350" y="1636"/>
                </a:lnTo>
                <a:lnTo>
                  <a:pt x="357" y="1684"/>
                </a:lnTo>
                <a:lnTo>
                  <a:pt x="364" y="1732"/>
                </a:lnTo>
                <a:lnTo>
                  <a:pt x="372" y="1779"/>
                </a:lnTo>
                <a:lnTo>
                  <a:pt x="381" y="1742"/>
                </a:lnTo>
                <a:lnTo>
                  <a:pt x="390" y="1708"/>
                </a:lnTo>
                <a:lnTo>
                  <a:pt x="400" y="1673"/>
                </a:lnTo>
                <a:lnTo>
                  <a:pt x="410" y="1641"/>
                </a:lnTo>
                <a:lnTo>
                  <a:pt x="431" y="1580"/>
                </a:lnTo>
                <a:lnTo>
                  <a:pt x="453" y="1523"/>
                </a:lnTo>
                <a:lnTo>
                  <a:pt x="475" y="1471"/>
                </a:lnTo>
                <a:lnTo>
                  <a:pt x="497" y="1425"/>
                </a:lnTo>
                <a:lnTo>
                  <a:pt x="519" y="1382"/>
                </a:lnTo>
                <a:lnTo>
                  <a:pt x="540" y="1344"/>
                </a:lnTo>
                <a:lnTo>
                  <a:pt x="560" y="1312"/>
                </a:lnTo>
                <a:lnTo>
                  <a:pt x="579" y="1283"/>
                </a:lnTo>
                <a:lnTo>
                  <a:pt x="595" y="1259"/>
                </a:lnTo>
                <a:lnTo>
                  <a:pt x="610" y="1240"/>
                </a:lnTo>
                <a:lnTo>
                  <a:pt x="630" y="1215"/>
                </a:lnTo>
                <a:lnTo>
                  <a:pt x="638" y="1206"/>
                </a:lnTo>
                <a:lnTo>
                  <a:pt x="622" y="1249"/>
                </a:lnTo>
                <a:lnTo>
                  <a:pt x="608" y="1293"/>
                </a:lnTo>
                <a:lnTo>
                  <a:pt x="595" y="1338"/>
                </a:lnTo>
                <a:lnTo>
                  <a:pt x="583" y="1381"/>
                </a:lnTo>
                <a:lnTo>
                  <a:pt x="572" y="1425"/>
                </a:lnTo>
                <a:lnTo>
                  <a:pt x="562" y="1468"/>
                </a:lnTo>
                <a:lnTo>
                  <a:pt x="554" y="1511"/>
                </a:lnTo>
                <a:lnTo>
                  <a:pt x="546" y="1555"/>
                </a:lnTo>
                <a:lnTo>
                  <a:pt x="538" y="1598"/>
                </a:lnTo>
                <a:lnTo>
                  <a:pt x="533" y="1641"/>
                </a:lnTo>
                <a:lnTo>
                  <a:pt x="527" y="1683"/>
                </a:lnTo>
                <a:lnTo>
                  <a:pt x="523" y="1725"/>
                </a:lnTo>
                <a:lnTo>
                  <a:pt x="519" y="1766"/>
                </a:lnTo>
                <a:lnTo>
                  <a:pt x="516" y="1807"/>
                </a:lnTo>
                <a:lnTo>
                  <a:pt x="513" y="1885"/>
                </a:lnTo>
                <a:lnTo>
                  <a:pt x="511" y="1961"/>
                </a:lnTo>
                <a:lnTo>
                  <a:pt x="511" y="2033"/>
                </a:lnTo>
                <a:lnTo>
                  <a:pt x="513" y="2102"/>
                </a:lnTo>
                <a:lnTo>
                  <a:pt x="516" y="2164"/>
                </a:lnTo>
                <a:lnTo>
                  <a:pt x="521" y="2222"/>
                </a:lnTo>
                <a:lnTo>
                  <a:pt x="525" y="2274"/>
                </a:lnTo>
                <a:lnTo>
                  <a:pt x="530" y="2320"/>
                </a:lnTo>
                <a:lnTo>
                  <a:pt x="535" y="2359"/>
                </a:lnTo>
                <a:lnTo>
                  <a:pt x="553" y="2406"/>
                </a:lnTo>
                <a:lnTo>
                  <a:pt x="572" y="2453"/>
                </a:lnTo>
                <a:lnTo>
                  <a:pt x="592" y="2499"/>
                </a:lnTo>
                <a:lnTo>
                  <a:pt x="613" y="2543"/>
                </a:lnTo>
                <a:lnTo>
                  <a:pt x="633" y="2588"/>
                </a:lnTo>
                <a:lnTo>
                  <a:pt x="656" y="2631"/>
                </a:lnTo>
                <a:lnTo>
                  <a:pt x="678" y="2675"/>
                </a:lnTo>
                <a:lnTo>
                  <a:pt x="700" y="2717"/>
                </a:lnTo>
                <a:lnTo>
                  <a:pt x="724" y="2760"/>
                </a:lnTo>
                <a:lnTo>
                  <a:pt x="747" y="2801"/>
                </a:lnTo>
                <a:lnTo>
                  <a:pt x="772" y="2841"/>
                </a:lnTo>
                <a:lnTo>
                  <a:pt x="796" y="2881"/>
                </a:lnTo>
                <a:lnTo>
                  <a:pt x="822" y="2920"/>
                </a:lnTo>
                <a:lnTo>
                  <a:pt x="847" y="2959"/>
                </a:lnTo>
                <a:lnTo>
                  <a:pt x="873" y="2997"/>
                </a:lnTo>
                <a:lnTo>
                  <a:pt x="900" y="3034"/>
                </a:lnTo>
                <a:lnTo>
                  <a:pt x="901" y="2968"/>
                </a:lnTo>
                <a:lnTo>
                  <a:pt x="903" y="2905"/>
                </a:lnTo>
                <a:lnTo>
                  <a:pt x="907" y="2842"/>
                </a:lnTo>
                <a:lnTo>
                  <a:pt x="912" y="2782"/>
                </a:lnTo>
                <a:lnTo>
                  <a:pt x="918" y="2723"/>
                </a:lnTo>
                <a:lnTo>
                  <a:pt x="926" y="2666"/>
                </a:lnTo>
                <a:lnTo>
                  <a:pt x="933" y="2611"/>
                </a:lnTo>
                <a:lnTo>
                  <a:pt x="942" y="2559"/>
                </a:lnTo>
                <a:lnTo>
                  <a:pt x="953" y="2508"/>
                </a:lnTo>
                <a:lnTo>
                  <a:pt x="963" y="2458"/>
                </a:lnTo>
                <a:lnTo>
                  <a:pt x="975" y="2412"/>
                </a:lnTo>
                <a:lnTo>
                  <a:pt x="987" y="2366"/>
                </a:lnTo>
                <a:lnTo>
                  <a:pt x="999" y="2323"/>
                </a:lnTo>
                <a:lnTo>
                  <a:pt x="1011" y="2282"/>
                </a:lnTo>
                <a:lnTo>
                  <a:pt x="1025" y="2243"/>
                </a:lnTo>
                <a:lnTo>
                  <a:pt x="1038" y="2206"/>
                </a:lnTo>
                <a:lnTo>
                  <a:pt x="1050" y="2171"/>
                </a:lnTo>
                <a:lnTo>
                  <a:pt x="1064" y="2138"/>
                </a:lnTo>
                <a:lnTo>
                  <a:pt x="1088" y="2079"/>
                </a:lnTo>
                <a:lnTo>
                  <a:pt x="1112" y="2028"/>
                </a:lnTo>
                <a:lnTo>
                  <a:pt x="1133" y="1987"/>
                </a:lnTo>
                <a:lnTo>
                  <a:pt x="1151" y="1954"/>
                </a:lnTo>
                <a:lnTo>
                  <a:pt x="1164" y="1930"/>
                </a:lnTo>
                <a:lnTo>
                  <a:pt x="1175" y="1911"/>
                </a:lnTo>
                <a:lnTo>
                  <a:pt x="1163" y="1974"/>
                </a:lnTo>
                <a:lnTo>
                  <a:pt x="1152" y="2037"/>
                </a:lnTo>
                <a:lnTo>
                  <a:pt x="1143" y="2099"/>
                </a:lnTo>
                <a:lnTo>
                  <a:pt x="1136" y="2163"/>
                </a:lnTo>
                <a:lnTo>
                  <a:pt x="1130" y="2225"/>
                </a:lnTo>
                <a:lnTo>
                  <a:pt x="1126" y="2287"/>
                </a:lnTo>
                <a:lnTo>
                  <a:pt x="1123" y="2348"/>
                </a:lnTo>
                <a:lnTo>
                  <a:pt x="1122" y="2409"/>
                </a:lnTo>
                <a:lnTo>
                  <a:pt x="1121" y="2470"/>
                </a:lnTo>
                <a:lnTo>
                  <a:pt x="1122" y="2530"/>
                </a:lnTo>
                <a:lnTo>
                  <a:pt x="1124" y="2588"/>
                </a:lnTo>
                <a:lnTo>
                  <a:pt x="1127" y="2646"/>
                </a:lnTo>
                <a:lnTo>
                  <a:pt x="1131" y="2703"/>
                </a:lnTo>
                <a:lnTo>
                  <a:pt x="1136" y="2758"/>
                </a:lnTo>
                <a:lnTo>
                  <a:pt x="1142" y="2813"/>
                </a:lnTo>
                <a:lnTo>
                  <a:pt x="1147" y="2866"/>
                </a:lnTo>
                <a:lnTo>
                  <a:pt x="1154" y="2917"/>
                </a:lnTo>
                <a:lnTo>
                  <a:pt x="1162" y="2967"/>
                </a:lnTo>
                <a:lnTo>
                  <a:pt x="1178" y="3063"/>
                </a:lnTo>
                <a:lnTo>
                  <a:pt x="1194" y="3151"/>
                </a:lnTo>
                <a:lnTo>
                  <a:pt x="1211" y="3230"/>
                </a:lnTo>
                <a:lnTo>
                  <a:pt x="1229" y="3302"/>
                </a:lnTo>
                <a:lnTo>
                  <a:pt x="1245" y="3364"/>
                </a:lnTo>
                <a:lnTo>
                  <a:pt x="1259" y="3415"/>
                </a:lnTo>
                <a:lnTo>
                  <a:pt x="1270" y="3456"/>
                </a:lnTo>
                <a:lnTo>
                  <a:pt x="1338" y="3518"/>
                </a:lnTo>
                <a:lnTo>
                  <a:pt x="1406" y="3578"/>
                </a:lnTo>
                <a:lnTo>
                  <a:pt x="1474" y="3635"/>
                </a:lnTo>
                <a:lnTo>
                  <a:pt x="1543" y="3690"/>
                </a:lnTo>
                <a:lnTo>
                  <a:pt x="1613" y="3742"/>
                </a:lnTo>
                <a:lnTo>
                  <a:pt x="1683" y="3792"/>
                </a:lnTo>
                <a:lnTo>
                  <a:pt x="1752" y="3839"/>
                </a:lnTo>
                <a:lnTo>
                  <a:pt x="1822" y="3885"/>
                </a:lnTo>
                <a:lnTo>
                  <a:pt x="1807" y="3807"/>
                </a:lnTo>
                <a:lnTo>
                  <a:pt x="1793" y="3730"/>
                </a:lnTo>
                <a:lnTo>
                  <a:pt x="1782" y="3655"/>
                </a:lnTo>
                <a:lnTo>
                  <a:pt x="1773" y="3582"/>
                </a:lnTo>
                <a:lnTo>
                  <a:pt x="1765" y="3510"/>
                </a:lnTo>
                <a:lnTo>
                  <a:pt x="1761" y="3441"/>
                </a:lnTo>
                <a:lnTo>
                  <a:pt x="1758" y="3374"/>
                </a:lnTo>
                <a:lnTo>
                  <a:pt x="1755" y="3309"/>
                </a:lnTo>
                <a:lnTo>
                  <a:pt x="1755" y="3246"/>
                </a:lnTo>
                <a:lnTo>
                  <a:pt x="1757" y="3186"/>
                </a:lnTo>
                <a:lnTo>
                  <a:pt x="1759" y="3127"/>
                </a:lnTo>
                <a:lnTo>
                  <a:pt x="1762" y="3070"/>
                </a:lnTo>
                <a:lnTo>
                  <a:pt x="1767" y="3016"/>
                </a:lnTo>
                <a:lnTo>
                  <a:pt x="1772" y="2964"/>
                </a:lnTo>
                <a:lnTo>
                  <a:pt x="1779" y="2915"/>
                </a:lnTo>
                <a:lnTo>
                  <a:pt x="1786" y="2868"/>
                </a:lnTo>
                <a:lnTo>
                  <a:pt x="1793" y="2823"/>
                </a:lnTo>
                <a:lnTo>
                  <a:pt x="1801" y="2781"/>
                </a:lnTo>
                <a:lnTo>
                  <a:pt x="1809" y="2742"/>
                </a:lnTo>
                <a:lnTo>
                  <a:pt x="1818" y="2705"/>
                </a:lnTo>
                <a:lnTo>
                  <a:pt x="1835" y="2639"/>
                </a:lnTo>
                <a:lnTo>
                  <a:pt x="1850" y="2584"/>
                </a:lnTo>
                <a:lnTo>
                  <a:pt x="1864" y="2542"/>
                </a:lnTo>
                <a:lnTo>
                  <a:pt x="1875" y="2511"/>
                </a:lnTo>
                <a:lnTo>
                  <a:pt x="1885" y="2485"/>
                </a:lnTo>
                <a:lnTo>
                  <a:pt x="1884" y="2552"/>
                </a:lnTo>
                <a:lnTo>
                  <a:pt x="1884" y="2620"/>
                </a:lnTo>
                <a:lnTo>
                  <a:pt x="1886" y="2686"/>
                </a:lnTo>
                <a:lnTo>
                  <a:pt x="1889" y="2753"/>
                </a:lnTo>
                <a:lnTo>
                  <a:pt x="1894" y="2819"/>
                </a:lnTo>
                <a:lnTo>
                  <a:pt x="1900" y="2883"/>
                </a:lnTo>
                <a:lnTo>
                  <a:pt x="1908" y="2948"/>
                </a:lnTo>
                <a:lnTo>
                  <a:pt x="1917" y="3012"/>
                </a:lnTo>
                <a:lnTo>
                  <a:pt x="1928" y="3075"/>
                </a:lnTo>
                <a:lnTo>
                  <a:pt x="1939" y="3137"/>
                </a:lnTo>
                <a:lnTo>
                  <a:pt x="1952" y="3198"/>
                </a:lnTo>
                <a:lnTo>
                  <a:pt x="1965" y="3258"/>
                </a:lnTo>
                <a:lnTo>
                  <a:pt x="1979" y="3317"/>
                </a:lnTo>
                <a:lnTo>
                  <a:pt x="1993" y="3375"/>
                </a:lnTo>
                <a:lnTo>
                  <a:pt x="2009" y="3432"/>
                </a:lnTo>
                <a:lnTo>
                  <a:pt x="2024" y="3487"/>
                </a:lnTo>
                <a:lnTo>
                  <a:pt x="2041" y="3541"/>
                </a:lnTo>
                <a:lnTo>
                  <a:pt x="2057" y="3594"/>
                </a:lnTo>
                <a:lnTo>
                  <a:pt x="2073" y="3644"/>
                </a:lnTo>
                <a:lnTo>
                  <a:pt x="2091" y="3694"/>
                </a:lnTo>
                <a:lnTo>
                  <a:pt x="2125" y="3787"/>
                </a:lnTo>
                <a:lnTo>
                  <a:pt x="2158" y="3873"/>
                </a:lnTo>
                <a:lnTo>
                  <a:pt x="2190" y="3951"/>
                </a:lnTo>
                <a:lnTo>
                  <a:pt x="2221" y="4021"/>
                </a:lnTo>
                <a:lnTo>
                  <a:pt x="2248" y="4081"/>
                </a:lnTo>
                <a:lnTo>
                  <a:pt x="2272" y="4131"/>
                </a:lnTo>
                <a:lnTo>
                  <a:pt x="2354" y="4169"/>
                </a:lnTo>
                <a:lnTo>
                  <a:pt x="2435" y="4204"/>
                </a:lnTo>
                <a:lnTo>
                  <a:pt x="2512" y="4235"/>
                </a:lnTo>
                <a:lnTo>
                  <a:pt x="2586" y="4264"/>
                </a:lnTo>
                <a:lnTo>
                  <a:pt x="2656" y="4290"/>
                </a:lnTo>
                <a:lnTo>
                  <a:pt x="2721" y="4312"/>
                </a:lnTo>
                <a:lnTo>
                  <a:pt x="2783" y="4332"/>
                </a:lnTo>
                <a:lnTo>
                  <a:pt x="2839" y="4350"/>
                </a:lnTo>
                <a:lnTo>
                  <a:pt x="2890" y="4365"/>
                </a:lnTo>
                <a:lnTo>
                  <a:pt x="2936" y="4378"/>
                </a:lnTo>
                <a:lnTo>
                  <a:pt x="3008" y="4397"/>
                </a:lnTo>
                <a:lnTo>
                  <a:pt x="3054" y="4407"/>
                </a:lnTo>
                <a:lnTo>
                  <a:pt x="3069" y="4410"/>
                </a:lnTo>
                <a:lnTo>
                  <a:pt x="3075" y="4391"/>
                </a:lnTo>
                <a:lnTo>
                  <a:pt x="3091" y="4339"/>
                </a:lnTo>
                <a:lnTo>
                  <a:pt x="3101" y="4300"/>
                </a:lnTo>
                <a:lnTo>
                  <a:pt x="3112" y="4253"/>
                </a:lnTo>
                <a:lnTo>
                  <a:pt x="3123" y="4200"/>
                </a:lnTo>
                <a:lnTo>
                  <a:pt x="3134" y="4139"/>
                </a:lnTo>
                <a:lnTo>
                  <a:pt x="3144" y="4073"/>
                </a:lnTo>
                <a:lnTo>
                  <a:pt x="3154" y="4001"/>
                </a:lnTo>
                <a:lnTo>
                  <a:pt x="3162" y="3923"/>
                </a:lnTo>
                <a:lnTo>
                  <a:pt x="3165" y="3882"/>
                </a:lnTo>
                <a:lnTo>
                  <a:pt x="3168" y="3839"/>
                </a:lnTo>
                <a:lnTo>
                  <a:pt x="3170" y="3796"/>
                </a:lnTo>
                <a:lnTo>
                  <a:pt x="3171" y="3751"/>
                </a:lnTo>
                <a:lnTo>
                  <a:pt x="3171" y="3705"/>
                </a:lnTo>
                <a:lnTo>
                  <a:pt x="3171" y="3659"/>
                </a:lnTo>
                <a:lnTo>
                  <a:pt x="3170" y="3611"/>
                </a:lnTo>
                <a:lnTo>
                  <a:pt x="3168" y="3562"/>
                </a:lnTo>
                <a:lnTo>
                  <a:pt x="3164" y="3512"/>
                </a:lnTo>
                <a:lnTo>
                  <a:pt x="3160" y="3461"/>
                </a:lnTo>
                <a:lnTo>
                  <a:pt x="3154" y="3410"/>
                </a:lnTo>
                <a:lnTo>
                  <a:pt x="3148" y="3359"/>
                </a:lnTo>
                <a:lnTo>
                  <a:pt x="3140" y="3305"/>
                </a:lnTo>
                <a:lnTo>
                  <a:pt x="3131" y="3251"/>
                </a:lnTo>
                <a:lnTo>
                  <a:pt x="3121" y="3198"/>
                </a:lnTo>
                <a:lnTo>
                  <a:pt x="3109" y="3143"/>
                </a:lnTo>
                <a:lnTo>
                  <a:pt x="3095" y="3087"/>
                </a:lnTo>
                <a:lnTo>
                  <a:pt x="3080" y="3032"/>
                </a:lnTo>
                <a:lnTo>
                  <a:pt x="3063" y="2976"/>
                </a:lnTo>
                <a:lnTo>
                  <a:pt x="3045" y="2919"/>
                </a:lnTo>
                <a:lnTo>
                  <a:pt x="3025" y="2863"/>
                </a:lnTo>
                <a:lnTo>
                  <a:pt x="3003" y="2805"/>
                </a:lnTo>
                <a:lnTo>
                  <a:pt x="2979" y="2748"/>
                </a:lnTo>
                <a:lnTo>
                  <a:pt x="2953" y="2692"/>
                </a:lnTo>
                <a:lnTo>
                  <a:pt x="2926" y="2634"/>
                </a:lnTo>
                <a:lnTo>
                  <a:pt x="2895" y="2576"/>
                </a:lnTo>
                <a:lnTo>
                  <a:pt x="2864" y="2519"/>
                </a:lnTo>
                <a:lnTo>
                  <a:pt x="2830" y="2461"/>
                </a:lnTo>
                <a:lnTo>
                  <a:pt x="2793" y="2403"/>
                </a:lnTo>
                <a:lnTo>
                  <a:pt x="2755" y="2346"/>
                </a:lnTo>
                <a:lnTo>
                  <a:pt x="2714" y="2288"/>
                </a:lnTo>
                <a:lnTo>
                  <a:pt x="2670" y="2231"/>
                </a:lnTo>
                <a:lnTo>
                  <a:pt x="2624" y="2174"/>
                </a:lnTo>
                <a:lnTo>
                  <a:pt x="2576" y="2117"/>
                </a:lnTo>
                <a:lnTo>
                  <a:pt x="2525" y="2061"/>
                </a:lnTo>
                <a:lnTo>
                  <a:pt x="2472" y="2006"/>
                </a:lnTo>
                <a:lnTo>
                  <a:pt x="2415" y="1950"/>
                </a:lnTo>
                <a:lnTo>
                  <a:pt x="2356" y="1895"/>
                </a:lnTo>
                <a:lnTo>
                  <a:pt x="2293" y="1842"/>
                </a:lnTo>
                <a:lnTo>
                  <a:pt x="2228" y="1788"/>
                </a:lnTo>
                <a:lnTo>
                  <a:pt x="2160" y="1735"/>
                </a:lnTo>
                <a:lnTo>
                  <a:pt x="2089" y="1682"/>
                </a:lnTo>
                <a:lnTo>
                  <a:pt x="1983" y="1605"/>
                </a:lnTo>
                <a:lnTo>
                  <a:pt x="1881" y="1528"/>
                </a:lnTo>
                <a:lnTo>
                  <a:pt x="1783" y="1451"/>
                </a:lnTo>
                <a:lnTo>
                  <a:pt x="1688" y="1374"/>
                </a:lnTo>
                <a:lnTo>
                  <a:pt x="1598" y="1297"/>
                </a:lnTo>
                <a:lnTo>
                  <a:pt x="1511" y="1222"/>
                </a:lnTo>
                <a:lnTo>
                  <a:pt x="1429" y="1147"/>
                </a:lnTo>
                <a:lnTo>
                  <a:pt x="1349" y="1073"/>
                </a:lnTo>
                <a:lnTo>
                  <a:pt x="1274" y="1000"/>
                </a:lnTo>
                <a:lnTo>
                  <a:pt x="1201" y="928"/>
                </a:lnTo>
                <a:lnTo>
                  <a:pt x="1132" y="858"/>
                </a:lnTo>
                <a:lnTo>
                  <a:pt x="1067" y="789"/>
                </a:lnTo>
                <a:lnTo>
                  <a:pt x="1006" y="722"/>
                </a:lnTo>
                <a:lnTo>
                  <a:pt x="948" y="657"/>
                </a:lnTo>
                <a:lnTo>
                  <a:pt x="893" y="594"/>
                </a:lnTo>
                <a:lnTo>
                  <a:pt x="842" y="533"/>
                </a:lnTo>
                <a:lnTo>
                  <a:pt x="794" y="475"/>
                </a:lnTo>
                <a:lnTo>
                  <a:pt x="749" y="420"/>
                </a:lnTo>
                <a:lnTo>
                  <a:pt x="708" y="366"/>
                </a:lnTo>
                <a:lnTo>
                  <a:pt x="670" y="316"/>
                </a:lnTo>
                <a:lnTo>
                  <a:pt x="634" y="269"/>
                </a:lnTo>
                <a:lnTo>
                  <a:pt x="603" y="225"/>
                </a:lnTo>
                <a:lnTo>
                  <a:pt x="550" y="147"/>
                </a:lnTo>
                <a:lnTo>
                  <a:pt x="508" y="85"/>
                </a:lnTo>
                <a:lnTo>
                  <a:pt x="479" y="39"/>
                </a:lnTo>
                <a:lnTo>
                  <a:pt x="456" y="0"/>
                </a:lnTo>
                <a:close/>
              </a:path>
            </a:pathLst>
          </a:custGeom>
          <a:gradFill flip="none" rotWithShape="1">
            <a:gsLst>
              <a:gs pos="100000">
                <a:srgbClr val="FCFCFC"/>
              </a:gs>
              <a:gs pos="0">
                <a:srgbClr val="CCCCCC"/>
              </a:gs>
            </a:gsLst>
            <a:lin ang="7200000" scaled="0"/>
            <a:tileRect/>
          </a:gradFill>
          <a:ln w="9525">
            <a:gradFill>
              <a:gsLst>
                <a:gs pos="89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7200000" scaled="0"/>
            </a:gradFill>
          </a:ln>
          <a:effectLst>
            <a:outerShdw blurRad="114300" dist="63500" dir="6600000" sx="103000" sy="103000" algn="tr" rotWithShape="0">
              <a:srgbClr val="4A97BE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/>
            <a:endParaRPr lang="zh-CN" altLang="en-US" sz="1015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KSO_Shape"/>
          <p:cNvSpPr/>
          <p:nvPr/>
        </p:nvSpPr>
        <p:spPr bwMode="auto">
          <a:xfrm>
            <a:off x="511525" y="4794100"/>
            <a:ext cx="1047214" cy="979145"/>
          </a:xfrm>
          <a:custGeom>
            <a:avLst/>
            <a:gdLst/>
            <a:ahLst/>
            <a:cxnLst/>
            <a:rect l="0" t="0" r="r" b="b"/>
            <a:pathLst>
              <a:path w="2238375" h="2093912">
                <a:moveTo>
                  <a:pt x="1193252" y="1157287"/>
                </a:moveTo>
                <a:lnTo>
                  <a:pt x="1210731" y="1180306"/>
                </a:lnTo>
                <a:lnTo>
                  <a:pt x="1227018" y="1203722"/>
                </a:lnTo>
                <a:lnTo>
                  <a:pt x="1242511" y="1226740"/>
                </a:lnTo>
                <a:lnTo>
                  <a:pt x="1256415" y="1249759"/>
                </a:lnTo>
                <a:lnTo>
                  <a:pt x="1269921" y="1272778"/>
                </a:lnTo>
                <a:lnTo>
                  <a:pt x="1281442" y="1295003"/>
                </a:lnTo>
                <a:lnTo>
                  <a:pt x="1292962" y="1317625"/>
                </a:lnTo>
                <a:lnTo>
                  <a:pt x="1302496" y="1340247"/>
                </a:lnTo>
                <a:lnTo>
                  <a:pt x="1311236" y="1362472"/>
                </a:lnTo>
                <a:lnTo>
                  <a:pt x="1319578" y="1384697"/>
                </a:lnTo>
                <a:lnTo>
                  <a:pt x="1326331" y="1406128"/>
                </a:lnTo>
                <a:lnTo>
                  <a:pt x="1332687" y="1427956"/>
                </a:lnTo>
                <a:lnTo>
                  <a:pt x="1337852" y="1449784"/>
                </a:lnTo>
                <a:lnTo>
                  <a:pt x="1342221" y="1471215"/>
                </a:lnTo>
                <a:lnTo>
                  <a:pt x="1345797" y="1491853"/>
                </a:lnTo>
                <a:lnTo>
                  <a:pt x="1348577" y="1512887"/>
                </a:lnTo>
                <a:lnTo>
                  <a:pt x="1350564" y="1533922"/>
                </a:lnTo>
                <a:lnTo>
                  <a:pt x="1352153" y="1554559"/>
                </a:lnTo>
                <a:lnTo>
                  <a:pt x="1352550" y="1574403"/>
                </a:lnTo>
                <a:lnTo>
                  <a:pt x="1352550" y="1594643"/>
                </a:lnTo>
                <a:lnTo>
                  <a:pt x="1351756" y="1614487"/>
                </a:lnTo>
                <a:lnTo>
                  <a:pt x="1350564" y="1633934"/>
                </a:lnTo>
                <a:lnTo>
                  <a:pt x="1348577" y="1652984"/>
                </a:lnTo>
                <a:lnTo>
                  <a:pt x="1346194" y="1672034"/>
                </a:lnTo>
                <a:lnTo>
                  <a:pt x="1343413" y="1690687"/>
                </a:lnTo>
                <a:lnTo>
                  <a:pt x="1339441" y="1708547"/>
                </a:lnTo>
                <a:lnTo>
                  <a:pt x="1335865" y="1726803"/>
                </a:lnTo>
                <a:lnTo>
                  <a:pt x="1331496" y="1744662"/>
                </a:lnTo>
                <a:lnTo>
                  <a:pt x="1326729" y="1761728"/>
                </a:lnTo>
                <a:lnTo>
                  <a:pt x="1321962" y="1778793"/>
                </a:lnTo>
                <a:lnTo>
                  <a:pt x="1316400" y="1795462"/>
                </a:lnTo>
                <a:lnTo>
                  <a:pt x="1310441" y="1811734"/>
                </a:lnTo>
                <a:lnTo>
                  <a:pt x="1304482" y="1827609"/>
                </a:lnTo>
                <a:lnTo>
                  <a:pt x="1298126" y="1843484"/>
                </a:lnTo>
                <a:lnTo>
                  <a:pt x="1291770" y="1858565"/>
                </a:lnTo>
                <a:lnTo>
                  <a:pt x="1284620" y="1873250"/>
                </a:lnTo>
                <a:lnTo>
                  <a:pt x="1277866" y="1887934"/>
                </a:lnTo>
                <a:lnTo>
                  <a:pt x="1270716" y="1901825"/>
                </a:lnTo>
                <a:lnTo>
                  <a:pt x="1263963" y="1915715"/>
                </a:lnTo>
                <a:lnTo>
                  <a:pt x="1256415" y="1928415"/>
                </a:lnTo>
                <a:lnTo>
                  <a:pt x="1249264" y="1941512"/>
                </a:lnTo>
                <a:lnTo>
                  <a:pt x="1241716" y="1953418"/>
                </a:lnTo>
                <a:lnTo>
                  <a:pt x="1227018" y="1976834"/>
                </a:lnTo>
                <a:lnTo>
                  <a:pt x="1213114" y="1998265"/>
                </a:lnTo>
                <a:lnTo>
                  <a:pt x="1199210" y="2017315"/>
                </a:lnTo>
                <a:lnTo>
                  <a:pt x="1186101" y="2034778"/>
                </a:lnTo>
                <a:lnTo>
                  <a:pt x="1173786" y="2049859"/>
                </a:lnTo>
                <a:lnTo>
                  <a:pt x="1163060" y="2063353"/>
                </a:lnTo>
                <a:lnTo>
                  <a:pt x="1153923" y="2074068"/>
                </a:lnTo>
                <a:lnTo>
                  <a:pt x="1140020" y="2088753"/>
                </a:lnTo>
                <a:lnTo>
                  <a:pt x="1135253" y="2093912"/>
                </a:lnTo>
                <a:lnTo>
                  <a:pt x="1119362" y="2079625"/>
                </a:lnTo>
                <a:lnTo>
                  <a:pt x="1103870" y="2065734"/>
                </a:lnTo>
                <a:lnTo>
                  <a:pt x="1089171" y="2051050"/>
                </a:lnTo>
                <a:lnTo>
                  <a:pt x="1075267" y="2036365"/>
                </a:lnTo>
                <a:lnTo>
                  <a:pt x="1062158" y="2020887"/>
                </a:lnTo>
                <a:lnTo>
                  <a:pt x="1050240" y="2005806"/>
                </a:lnTo>
                <a:lnTo>
                  <a:pt x="1038720" y="1989931"/>
                </a:lnTo>
                <a:lnTo>
                  <a:pt x="1027597" y="1974453"/>
                </a:lnTo>
                <a:lnTo>
                  <a:pt x="1017666" y="1958181"/>
                </a:lnTo>
                <a:lnTo>
                  <a:pt x="1008529" y="1942306"/>
                </a:lnTo>
                <a:lnTo>
                  <a:pt x="999392" y="1926034"/>
                </a:lnTo>
                <a:lnTo>
                  <a:pt x="991447" y="1909365"/>
                </a:lnTo>
                <a:lnTo>
                  <a:pt x="984296" y="1893093"/>
                </a:lnTo>
                <a:lnTo>
                  <a:pt x="977146" y="1876028"/>
                </a:lnTo>
                <a:lnTo>
                  <a:pt x="970790" y="1859359"/>
                </a:lnTo>
                <a:lnTo>
                  <a:pt x="965228" y="1842690"/>
                </a:lnTo>
                <a:lnTo>
                  <a:pt x="960064" y="1825625"/>
                </a:lnTo>
                <a:lnTo>
                  <a:pt x="955694" y="1808559"/>
                </a:lnTo>
                <a:lnTo>
                  <a:pt x="951324" y="1791493"/>
                </a:lnTo>
                <a:lnTo>
                  <a:pt x="947749" y="1774825"/>
                </a:lnTo>
                <a:lnTo>
                  <a:pt x="944571" y="1757759"/>
                </a:lnTo>
                <a:lnTo>
                  <a:pt x="941790" y="1740693"/>
                </a:lnTo>
                <a:lnTo>
                  <a:pt x="939804" y="1724025"/>
                </a:lnTo>
                <a:lnTo>
                  <a:pt x="938215" y="1706959"/>
                </a:lnTo>
                <a:lnTo>
                  <a:pt x="936626" y="1690290"/>
                </a:lnTo>
                <a:lnTo>
                  <a:pt x="935832" y="1673622"/>
                </a:lnTo>
                <a:lnTo>
                  <a:pt x="935037" y="1656953"/>
                </a:lnTo>
                <a:lnTo>
                  <a:pt x="935037" y="1640681"/>
                </a:lnTo>
                <a:lnTo>
                  <a:pt x="935037" y="1624409"/>
                </a:lnTo>
                <a:lnTo>
                  <a:pt x="935434" y="1608534"/>
                </a:lnTo>
                <a:lnTo>
                  <a:pt x="936229" y="1592262"/>
                </a:lnTo>
                <a:lnTo>
                  <a:pt x="937023" y="1576784"/>
                </a:lnTo>
                <a:lnTo>
                  <a:pt x="938215" y="1560909"/>
                </a:lnTo>
                <a:lnTo>
                  <a:pt x="939804" y="1545431"/>
                </a:lnTo>
                <a:lnTo>
                  <a:pt x="943379" y="1515665"/>
                </a:lnTo>
                <a:lnTo>
                  <a:pt x="947352" y="1487090"/>
                </a:lnTo>
                <a:lnTo>
                  <a:pt x="952913" y="1459706"/>
                </a:lnTo>
                <a:lnTo>
                  <a:pt x="958078" y="1433909"/>
                </a:lnTo>
                <a:lnTo>
                  <a:pt x="963639" y="1409700"/>
                </a:lnTo>
                <a:lnTo>
                  <a:pt x="969598" y="1386681"/>
                </a:lnTo>
                <a:lnTo>
                  <a:pt x="975160" y="1365647"/>
                </a:lnTo>
                <a:lnTo>
                  <a:pt x="981118" y="1346597"/>
                </a:lnTo>
                <a:lnTo>
                  <a:pt x="986680" y="1329928"/>
                </a:lnTo>
                <a:lnTo>
                  <a:pt x="991447" y="1315243"/>
                </a:lnTo>
                <a:lnTo>
                  <a:pt x="995817" y="1302940"/>
                </a:lnTo>
                <a:lnTo>
                  <a:pt x="1002173" y="1285875"/>
                </a:lnTo>
                <a:lnTo>
                  <a:pt x="1004556" y="1279922"/>
                </a:lnTo>
                <a:lnTo>
                  <a:pt x="1010515" y="1284684"/>
                </a:lnTo>
                <a:lnTo>
                  <a:pt x="1015679" y="1289447"/>
                </a:lnTo>
                <a:lnTo>
                  <a:pt x="1020446" y="1294606"/>
                </a:lnTo>
                <a:lnTo>
                  <a:pt x="1025611" y="1300162"/>
                </a:lnTo>
                <a:lnTo>
                  <a:pt x="1029980" y="1305718"/>
                </a:lnTo>
                <a:lnTo>
                  <a:pt x="1034748" y="1311275"/>
                </a:lnTo>
                <a:lnTo>
                  <a:pt x="1043884" y="1323578"/>
                </a:lnTo>
                <a:lnTo>
                  <a:pt x="1052227" y="1336675"/>
                </a:lnTo>
                <a:lnTo>
                  <a:pt x="1060172" y="1350168"/>
                </a:lnTo>
                <a:lnTo>
                  <a:pt x="1068117" y="1364456"/>
                </a:lnTo>
                <a:lnTo>
                  <a:pt x="1075267" y="1378743"/>
                </a:lnTo>
                <a:lnTo>
                  <a:pt x="1081623" y="1394222"/>
                </a:lnTo>
                <a:lnTo>
                  <a:pt x="1087582" y="1409700"/>
                </a:lnTo>
                <a:lnTo>
                  <a:pt x="1093938" y="1425178"/>
                </a:lnTo>
                <a:lnTo>
                  <a:pt x="1099103" y="1441053"/>
                </a:lnTo>
                <a:lnTo>
                  <a:pt x="1103870" y="1456928"/>
                </a:lnTo>
                <a:lnTo>
                  <a:pt x="1108637" y="1472803"/>
                </a:lnTo>
                <a:lnTo>
                  <a:pt x="1112609" y="1488281"/>
                </a:lnTo>
                <a:lnTo>
                  <a:pt x="1116582" y="1504156"/>
                </a:lnTo>
                <a:lnTo>
                  <a:pt x="1120554" y="1518840"/>
                </a:lnTo>
                <a:lnTo>
                  <a:pt x="1123335" y="1533922"/>
                </a:lnTo>
                <a:lnTo>
                  <a:pt x="1128897" y="1562497"/>
                </a:lnTo>
                <a:lnTo>
                  <a:pt x="1133266" y="1588293"/>
                </a:lnTo>
                <a:lnTo>
                  <a:pt x="1136444" y="1610915"/>
                </a:lnTo>
                <a:lnTo>
                  <a:pt x="1138828" y="1629568"/>
                </a:lnTo>
                <a:lnTo>
                  <a:pt x="1140417" y="1643856"/>
                </a:lnTo>
                <a:lnTo>
                  <a:pt x="1141609" y="1656159"/>
                </a:lnTo>
                <a:lnTo>
                  <a:pt x="1147170" y="1646237"/>
                </a:lnTo>
                <a:lnTo>
                  <a:pt x="1151937" y="1636712"/>
                </a:lnTo>
                <a:lnTo>
                  <a:pt x="1156307" y="1626393"/>
                </a:lnTo>
                <a:lnTo>
                  <a:pt x="1160677" y="1616472"/>
                </a:lnTo>
                <a:lnTo>
                  <a:pt x="1165047" y="1606550"/>
                </a:lnTo>
                <a:lnTo>
                  <a:pt x="1169019" y="1595834"/>
                </a:lnTo>
                <a:lnTo>
                  <a:pt x="1176567" y="1574800"/>
                </a:lnTo>
                <a:lnTo>
                  <a:pt x="1182923" y="1554162"/>
                </a:lnTo>
                <a:lnTo>
                  <a:pt x="1188087" y="1533128"/>
                </a:lnTo>
                <a:lnTo>
                  <a:pt x="1193252" y="1511697"/>
                </a:lnTo>
                <a:lnTo>
                  <a:pt x="1197224" y="1490265"/>
                </a:lnTo>
                <a:lnTo>
                  <a:pt x="1200402" y="1469628"/>
                </a:lnTo>
                <a:lnTo>
                  <a:pt x="1203580" y="1448593"/>
                </a:lnTo>
                <a:lnTo>
                  <a:pt x="1205964" y="1427559"/>
                </a:lnTo>
                <a:lnTo>
                  <a:pt x="1207553" y="1406922"/>
                </a:lnTo>
                <a:lnTo>
                  <a:pt x="1208744" y="1387078"/>
                </a:lnTo>
                <a:lnTo>
                  <a:pt x="1209539" y="1366837"/>
                </a:lnTo>
                <a:lnTo>
                  <a:pt x="1209936" y="1347390"/>
                </a:lnTo>
                <a:lnTo>
                  <a:pt x="1209936" y="1329134"/>
                </a:lnTo>
                <a:lnTo>
                  <a:pt x="1209539" y="1310481"/>
                </a:lnTo>
                <a:lnTo>
                  <a:pt x="1208744" y="1293018"/>
                </a:lnTo>
                <a:lnTo>
                  <a:pt x="1207950" y="1276350"/>
                </a:lnTo>
                <a:lnTo>
                  <a:pt x="1206758" y="1260475"/>
                </a:lnTo>
                <a:lnTo>
                  <a:pt x="1203977" y="1231106"/>
                </a:lnTo>
                <a:lnTo>
                  <a:pt x="1200799" y="1206103"/>
                </a:lnTo>
                <a:lnTo>
                  <a:pt x="1198019" y="1185862"/>
                </a:lnTo>
                <a:lnTo>
                  <a:pt x="1195635" y="1170384"/>
                </a:lnTo>
                <a:lnTo>
                  <a:pt x="1193252" y="1157287"/>
                </a:lnTo>
                <a:close/>
                <a:moveTo>
                  <a:pt x="678687" y="949325"/>
                </a:moveTo>
                <a:lnTo>
                  <a:pt x="696516" y="949325"/>
                </a:lnTo>
                <a:lnTo>
                  <a:pt x="712760" y="949325"/>
                </a:lnTo>
                <a:lnTo>
                  <a:pt x="725835" y="949722"/>
                </a:lnTo>
                <a:lnTo>
                  <a:pt x="744456" y="950515"/>
                </a:lnTo>
                <a:lnTo>
                  <a:pt x="750795" y="950911"/>
                </a:lnTo>
                <a:lnTo>
                  <a:pt x="748022" y="957256"/>
                </a:lnTo>
                <a:lnTo>
                  <a:pt x="744852" y="963600"/>
                </a:lnTo>
                <a:lnTo>
                  <a:pt x="741683" y="969945"/>
                </a:lnTo>
                <a:lnTo>
                  <a:pt x="738117" y="976289"/>
                </a:lnTo>
                <a:lnTo>
                  <a:pt x="734155" y="982237"/>
                </a:lnTo>
                <a:lnTo>
                  <a:pt x="729400" y="988185"/>
                </a:lnTo>
                <a:lnTo>
                  <a:pt x="720684" y="1000477"/>
                </a:lnTo>
                <a:lnTo>
                  <a:pt x="710779" y="1012373"/>
                </a:lnTo>
                <a:lnTo>
                  <a:pt x="699686" y="1024269"/>
                </a:lnTo>
                <a:lnTo>
                  <a:pt x="688592" y="1035371"/>
                </a:lnTo>
                <a:lnTo>
                  <a:pt x="676706" y="1046870"/>
                </a:lnTo>
                <a:lnTo>
                  <a:pt x="663632" y="1057577"/>
                </a:lnTo>
                <a:lnTo>
                  <a:pt x="650953" y="1067886"/>
                </a:lnTo>
                <a:lnTo>
                  <a:pt x="637086" y="1078196"/>
                </a:lnTo>
                <a:lnTo>
                  <a:pt x="623616" y="1087713"/>
                </a:lnTo>
                <a:lnTo>
                  <a:pt x="609749" y="1097229"/>
                </a:lnTo>
                <a:lnTo>
                  <a:pt x="595882" y="1106746"/>
                </a:lnTo>
                <a:lnTo>
                  <a:pt x="581619" y="1115469"/>
                </a:lnTo>
                <a:lnTo>
                  <a:pt x="568148" y="1123400"/>
                </a:lnTo>
                <a:lnTo>
                  <a:pt x="554281" y="1131727"/>
                </a:lnTo>
                <a:lnTo>
                  <a:pt x="540810" y="1139261"/>
                </a:lnTo>
                <a:lnTo>
                  <a:pt x="515057" y="1152743"/>
                </a:lnTo>
                <a:lnTo>
                  <a:pt x="491285" y="1165035"/>
                </a:lnTo>
                <a:lnTo>
                  <a:pt x="469891" y="1174948"/>
                </a:lnTo>
                <a:lnTo>
                  <a:pt x="452854" y="1182879"/>
                </a:lnTo>
                <a:lnTo>
                  <a:pt x="438987" y="1189223"/>
                </a:lnTo>
                <a:lnTo>
                  <a:pt x="427498" y="1193981"/>
                </a:lnTo>
                <a:lnTo>
                  <a:pt x="438591" y="1195567"/>
                </a:lnTo>
                <a:lnTo>
                  <a:pt x="449685" y="1197153"/>
                </a:lnTo>
                <a:lnTo>
                  <a:pt x="461174" y="1198343"/>
                </a:lnTo>
                <a:lnTo>
                  <a:pt x="472268" y="1199136"/>
                </a:lnTo>
                <a:lnTo>
                  <a:pt x="494455" y="1200326"/>
                </a:lnTo>
                <a:lnTo>
                  <a:pt x="517038" y="1200722"/>
                </a:lnTo>
                <a:lnTo>
                  <a:pt x="539622" y="1200326"/>
                </a:lnTo>
                <a:lnTo>
                  <a:pt x="561412" y="1199136"/>
                </a:lnTo>
                <a:lnTo>
                  <a:pt x="583996" y="1197153"/>
                </a:lnTo>
                <a:lnTo>
                  <a:pt x="605787" y="1194378"/>
                </a:lnTo>
                <a:lnTo>
                  <a:pt x="627578" y="1191206"/>
                </a:lnTo>
                <a:lnTo>
                  <a:pt x="648972" y="1187240"/>
                </a:lnTo>
                <a:lnTo>
                  <a:pt x="669575" y="1182482"/>
                </a:lnTo>
                <a:lnTo>
                  <a:pt x="690177" y="1177724"/>
                </a:lnTo>
                <a:lnTo>
                  <a:pt x="710383" y="1172569"/>
                </a:lnTo>
                <a:lnTo>
                  <a:pt x="729400" y="1167414"/>
                </a:lnTo>
                <a:lnTo>
                  <a:pt x="748418" y="1161863"/>
                </a:lnTo>
                <a:lnTo>
                  <a:pt x="767039" y="1155518"/>
                </a:lnTo>
                <a:lnTo>
                  <a:pt x="784472" y="1149570"/>
                </a:lnTo>
                <a:lnTo>
                  <a:pt x="801112" y="1143623"/>
                </a:lnTo>
                <a:lnTo>
                  <a:pt x="817356" y="1137675"/>
                </a:lnTo>
                <a:lnTo>
                  <a:pt x="832412" y="1131727"/>
                </a:lnTo>
                <a:lnTo>
                  <a:pt x="860146" y="1120228"/>
                </a:lnTo>
                <a:lnTo>
                  <a:pt x="883521" y="1109521"/>
                </a:lnTo>
                <a:lnTo>
                  <a:pt x="902935" y="1100798"/>
                </a:lnTo>
                <a:lnTo>
                  <a:pt x="916802" y="1093264"/>
                </a:lnTo>
                <a:lnTo>
                  <a:pt x="928688" y="1087316"/>
                </a:lnTo>
                <a:lnTo>
                  <a:pt x="911255" y="1111108"/>
                </a:lnTo>
                <a:lnTo>
                  <a:pt x="893823" y="1133313"/>
                </a:lnTo>
                <a:lnTo>
                  <a:pt x="876390" y="1154329"/>
                </a:lnTo>
                <a:lnTo>
                  <a:pt x="858165" y="1174948"/>
                </a:lnTo>
                <a:lnTo>
                  <a:pt x="839940" y="1193981"/>
                </a:lnTo>
                <a:lnTo>
                  <a:pt x="822111" y="1211825"/>
                </a:lnTo>
                <a:lnTo>
                  <a:pt x="803093" y="1229272"/>
                </a:lnTo>
                <a:lnTo>
                  <a:pt x="784472" y="1245530"/>
                </a:lnTo>
                <a:lnTo>
                  <a:pt x="765851" y="1260597"/>
                </a:lnTo>
                <a:lnTo>
                  <a:pt x="746833" y="1274872"/>
                </a:lnTo>
                <a:lnTo>
                  <a:pt x="727419" y="1287958"/>
                </a:lnTo>
                <a:lnTo>
                  <a:pt x="708402" y="1300647"/>
                </a:lnTo>
                <a:lnTo>
                  <a:pt x="688988" y="1311749"/>
                </a:lnTo>
                <a:lnTo>
                  <a:pt x="669575" y="1322455"/>
                </a:lnTo>
                <a:lnTo>
                  <a:pt x="650161" y="1332369"/>
                </a:lnTo>
                <a:lnTo>
                  <a:pt x="630747" y="1341489"/>
                </a:lnTo>
                <a:lnTo>
                  <a:pt x="610937" y="1349419"/>
                </a:lnTo>
                <a:lnTo>
                  <a:pt x="591920" y="1357350"/>
                </a:lnTo>
                <a:lnTo>
                  <a:pt x="572110" y="1364091"/>
                </a:lnTo>
                <a:lnTo>
                  <a:pt x="552696" y="1370038"/>
                </a:lnTo>
                <a:lnTo>
                  <a:pt x="532886" y="1375590"/>
                </a:lnTo>
                <a:lnTo>
                  <a:pt x="513869" y="1380745"/>
                </a:lnTo>
                <a:lnTo>
                  <a:pt x="494851" y="1384710"/>
                </a:lnTo>
                <a:lnTo>
                  <a:pt x="475438" y="1388279"/>
                </a:lnTo>
                <a:lnTo>
                  <a:pt x="456816" y="1391451"/>
                </a:lnTo>
                <a:lnTo>
                  <a:pt x="437799" y="1393830"/>
                </a:lnTo>
                <a:lnTo>
                  <a:pt x="418781" y="1395813"/>
                </a:lnTo>
                <a:lnTo>
                  <a:pt x="400556" y="1397002"/>
                </a:lnTo>
                <a:lnTo>
                  <a:pt x="381935" y="1398192"/>
                </a:lnTo>
                <a:lnTo>
                  <a:pt x="363710" y="1398588"/>
                </a:lnTo>
                <a:lnTo>
                  <a:pt x="346277" y="1398588"/>
                </a:lnTo>
                <a:lnTo>
                  <a:pt x="328448" y="1398192"/>
                </a:lnTo>
                <a:lnTo>
                  <a:pt x="311015" y="1397399"/>
                </a:lnTo>
                <a:lnTo>
                  <a:pt x="293979" y="1396606"/>
                </a:lnTo>
                <a:lnTo>
                  <a:pt x="276942" y="1395020"/>
                </a:lnTo>
                <a:lnTo>
                  <a:pt x="260698" y="1393433"/>
                </a:lnTo>
                <a:lnTo>
                  <a:pt x="244454" y="1391451"/>
                </a:lnTo>
                <a:lnTo>
                  <a:pt x="228606" y="1389468"/>
                </a:lnTo>
                <a:lnTo>
                  <a:pt x="213551" y="1387089"/>
                </a:lnTo>
                <a:lnTo>
                  <a:pt x="198099" y="1384313"/>
                </a:lnTo>
                <a:lnTo>
                  <a:pt x="183836" y="1381538"/>
                </a:lnTo>
                <a:lnTo>
                  <a:pt x="169573" y="1378365"/>
                </a:lnTo>
                <a:lnTo>
                  <a:pt x="142235" y="1372021"/>
                </a:lnTo>
                <a:lnTo>
                  <a:pt x="117275" y="1365280"/>
                </a:lnTo>
                <a:lnTo>
                  <a:pt x="94295" y="1358539"/>
                </a:lnTo>
                <a:lnTo>
                  <a:pt x="73297" y="1351798"/>
                </a:lnTo>
                <a:lnTo>
                  <a:pt x="54675" y="1345454"/>
                </a:lnTo>
                <a:lnTo>
                  <a:pt x="38827" y="1339506"/>
                </a:lnTo>
                <a:lnTo>
                  <a:pt x="25357" y="1333955"/>
                </a:lnTo>
                <a:lnTo>
                  <a:pt x="6339" y="1326024"/>
                </a:lnTo>
                <a:lnTo>
                  <a:pt x="0" y="1322852"/>
                </a:lnTo>
                <a:lnTo>
                  <a:pt x="9113" y="1303819"/>
                </a:lnTo>
                <a:lnTo>
                  <a:pt x="18225" y="1284786"/>
                </a:lnTo>
                <a:lnTo>
                  <a:pt x="27734" y="1266942"/>
                </a:lnTo>
                <a:lnTo>
                  <a:pt x="38035" y="1249891"/>
                </a:lnTo>
                <a:lnTo>
                  <a:pt x="48732" y="1232841"/>
                </a:lnTo>
                <a:lnTo>
                  <a:pt x="59430" y="1216980"/>
                </a:lnTo>
                <a:lnTo>
                  <a:pt x="71316" y="1201119"/>
                </a:lnTo>
                <a:lnTo>
                  <a:pt x="83202" y="1186447"/>
                </a:lnTo>
                <a:lnTo>
                  <a:pt x="95880" y="1172172"/>
                </a:lnTo>
                <a:lnTo>
                  <a:pt x="108558" y="1158691"/>
                </a:lnTo>
                <a:lnTo>
                  <a:pt x="122029" y="1145209"/>
                </a:lnTo>
                <a:lnTo>
                  <a:pt x="135104" y="1132916"/>
                </a:lnTo>
                <a:lnTo>
                  <a:pt x="149367" y="1120624"/>
                </a:lnTo>
                <a:lnTo>
                  <a:pt x="163234" y="1109125"/>
                </a:lnTo>
                <a:lnTo>
                  <a:pt x="177893" y="1098022"/>
                </a:lnTo>
                <a:lnTo>
                  <a:pt x="192156" y="1087713"/>
                </a:lnTo>
                <a:lnTo>
                  <a:pt x="207212" y="1077799"/>
                </a:lnTo>
                <a:lnTo>
                  <a:pt x="222267" y="1067886"/>
                </a:lnTo>
                <a:lnTo>
                  <a:pt x="237719" y="1059163"/>
                </a:lnTo>
                <a:lnTo>
                  <a:pt x="252774" y="1050836"/>
                </a:lnTo>
                <a:lnTo>
                  <a:pt x="268622" y="1042112"/>
                </a:lnTo>
                <a:lnTo>
                  <a:pt x="283678" y="1034578"/>
                </a:lnTo>
                <a:lnTo>
                  <a:pt x="299922" y="1027441"/>
                </a:lnTo>
                <a:lnTo>
                  <a:pt x="315770" y="1020700"/>
                </a:lnTo>
                <a:lnTo>
                  <a:pt x="331222" y="1013959"/>
                </a:lnTo>
                <a:lnTo>
                  <a:pt x="347466" y="1008011"/>
                </a:lnTo>
                <a:lnTo>
                  <a:pt x="363314" y="1002460"/>
                </a:lnTo>
                <a:lnTo>
                  <a:pt x="379161" y="997305"/>
                </a:lnTo>
                <a:lnTo>
                  <a:pt x="394613" y="992546"/>
                </a:lnTo>
                <a:lnTo>
                  <a:pt x="410857" y="987392"/>
                </a:lnTo>
                <a:lnTo>
                  <a:pt x="426705" y="983426"/>
                </a:lnTo>
                <a:lnTo>
                  <a:pt x="441761" y="979461"/>
                </a:lnTo>
                <a:lnTo>
                  <a:pt x="457609" y="975892"/>
                </a:lnTo>
                <a:lnTo>
                  <a:pt x="472664" y="972324"/>
                </a:lnTo>
                <a:lnTo>
                  <a:pt x="502775" y="966772"/>
                </a:lnTo>
                <a:lnTo>
                  <a:pt x="531698" y="962014"/>
                </a:lnTo>
                <a:lnTo>
                  <a:pt x="559828" y="957652"/>
                </a:lnTo>
                <a:lnTo>
                  <a:pt x="586769" y="954877"/>
                </a:lnTo>
                <a:lnTo>
                  <a:pt x="612126" y="952497"/>
                </a:lnTo>
                <a:lnTo>
                  <a:pt x="636294" y="950911"/>
                </a:lnTo>
                <a:lnTo>
                  <a:pt x="658481" y="949722"/>
                </a:lnTo>
                <a:lnTo>
                  <a:pt x="678687" y="949325"/>
                </a:lnTo>
                <a:close/>
                <a:moveTo>
                  <a:pt x="1603324" y="885825"/>
                </a:moveTo>
                <a:lnTo>
                  <a:pt x="1627168" y="885825"/>
                </a:lnTo>
                <a:lnTo>
                  <a:pt x="1650218" y="887014"/>
                </a:lnTo>
                <a:lnTo>
                  <a:pt x="1672472" y="888997"/>
                </a:lnTo>
                <a:lnTo>
                  <a:pt x="1694727" y="891376"/>
                </a:lnTo>
                <a:lnTo>
                  <a:pt x="1716584" y="894549"/>
                </a:lnTo>
                <a:lnTo>
                  <a:pt x="1738044" y="898117"/>
                </a:lnTo>
                <a:lnTo>
                  <a:pt x="1758709" y="902876"/>
                </a:lnTo>
                <a:lnTo>
                  <a:pt x="1778977" y="908031"/>
                </a:lnTo>
                <a:lnTo>
                  <a:pt x="1798847" y="913979"/>
                </a:lnTo>
                <a:lnTo>
                  <a:pt x="1818717" y="919927"/>
                </a:lnTo>
                <a:lnTo>
                  <a:pt x="1837395" y="926668"/>
                </a:lnTo>
                <a:lnTo>
                  <a:pt x="1856073" y="934203"/>
                </a:lnTo>
                <a:lnTo>
                  <a:pt x="1874353" y="941737"/>
                </a:lnTo>
                <a:lnTo>
                  <a:pt x="1891839" y="949668"/>
                </a:lnTo>
                <a:lnTo>
                  <a:pt x="1908928" y="957996"/>
                </a:lnTo>
                <a:lnTo>
                  <a:pt x="1926016" y="967116"/>
                </a:lnTo>
                <a:lnTo>
                  <a:pt x="1942309" y="976236"/>
                </a:lnTo>
                <a:lnTo>
                  <a:pt x="1958206" y="985357"/>
                </a:lnTo>
                <a:lnTo>
                  <a:pt x="1973307" y="995667"/>
                </a:lnTo>
                <a:lnTo>
                  <a:pt x="1988806" y="1005580"/>
                </a:lnTo>
                <a:lnTo>
                  <a:pt x="2003112" y="1015494"/>
                </a:lnTo>
                <a:lnTo>
                  <a:pt x="2017419" y="1026200"/>
                </a:lnTo>
                <a:lnTo>
                  <a:pt x="2030930" y="1036510"/>
                </a:lnTo>
                <a:lnTo>
                  <a:pt x="2044045" y="1047614"/>
                </a:lnTo>
                <a:lnTo>
                  <a:pt x="2056762" y="1057924"/>
                </a:lnTo>
                <a:lnTo>
                  <a:pt x="2069478" y="1068630"/>
                </a:lnTo>
                <a:lnTo>
                  <a:pt x="2081003" y="1079733"/>
                </a:lnTo>
                <a:lnTo>
                  <a:pt x="2092925" y="1090440"/>
                </a:lnTo>
                <a:lnTo>
                  <a:pt x="2103655" y="1101543"/>
                </a:lnTo>
                <a:lnTo>
                  <a:pt x="2113988" y="1112250"/>
                </a:lnTo>
                <a:lnTo>
                  <a:pt x="2124718" y="1122956"/>
                </a:lnTo>
                <a:lnTo>
                  <a:pt x="2134255" y="1133663"/>
                </a:lnTo>
                <a:lnTo>
                  <a:pt x="2152536" y="1153886"/>
                </a:lnTo>
                <a:lnTo>
                  <a:pt x="2168432" y="1174110"/>
                </a:lnTo>
                <a:lnTo>
                  <a:pt x="2183533" y="1192747"/>
                </a:lnTo>
                <a:lnTo>
                  <a:pt x="2195853" y="1210195"/>
                </a:lnTo>
                <a:lnTo>
                  <a:pt x="2207378" y="1226057"/>
                </a:lnTo>
                <a:lnTo>
                  <a:pt x="2216915" y="1240332"/>
                </a:lnTo>
                <a:lnTo>
                  <a:pt x="2224466" y="1252228"/>
                </a:lnTo>
                <a:lnTo>
                  <a:pt x="2234798" y="1269676"/>
                </a:lnTo>
                <a:lnTo>
                  <a:pt x="2238375" y="1275624"/>
                </a:lnTo>
                <a:lnTo>
                  <a:pt x="2219300" y="1286331"/>
                </a:lnTo>
                <a:lnTo>
                  <a:pt x="2200622" y="1296244"/>
                </a:lnTo>
                <a:lnTo>
                  <a:pt x="2182341" y="1305365"/>
                </a:lnTo>
                <a:lnTo>
                  <a:pt x="2163266" y="1313295"/>
                </a:lnTo>
                <a:lnTo>
                  <a:pt x="2144190" y="1320830"/>
                </a:lnTo>
                <a:lnTo>
                  <a:pt x="2125910" y="1327571"/>
                </a:lnTo>
                <a:lnTo>
                  <a:pt x="2106834" y="1333519"/>
                </a:lnTo>
                <a:lnTo>
                  <a:pt x="2088156" y="1338277"/>
                </a:lnTo>
                <a:lnTo>
                  <a:pt x="2069876" y="1342639"/>
                </a:lnTo>
                <a:lnTo>
                  <a:pt x="2050801" y="1346605"/>
                </a:lnTo>
                <a:lnTo>
                  <a:pt x="2032123" y="1349381"/>
                </a:lnTo>
                <a:lnTo>
                  <a:pt x="2013842" y="1352156"/>
                </a:lnTo>
                <a:lnTo>
                  <a:pt x="1995164" y="1354139"/>
                </a:lnTo>
                <a:lnTo>
                  <a:pt x="1976884" y="1355329"/>
                </a:lnTo>
                <a:lnTo>
                  <a:pt x="1958603" y="1355725"/>
                </a:lnTo>
                <a:lnTo>
                  <a:pt x="1940322" y="1355725"/>
                </a:lnTo>
                <a:lnTo>
                  <a:pt x="1922042" y="1355329"/>
                </a:lnTo>
                <a:lnTo>
                  <a:pt x="1904556" y="1354536"/>
                </a:lnTo>
                <a:lnTo>
                  <a:pt x="1886276" y="1352949"/>
                </a:lnTo>
                <a:lnTo>
                  <a:pt x="1868790" y="1350570"/>
                </a:lnTo>
                <a:lnTo>
                  <a:pt x="1851304" y="1348191"/>
                </a:lnTo>
                <a:lnTo>
                  <a:pt x="1833818" y="1345812"/>
                </a:lnTo>
                <a:lnTo>
                  <a:pt x="1817127" y="1342639"/>
                </a:lnTo>
                <a:lnTo>
                  <a:pt x="1799642" y="1339071"/>
                </a:lnTo>
                <a:lnTo>
                  <a:pt x="1782951" y="1335105"/>
                </a:lnTo>
                <a:lnTo>
                  <a:pt x="1766657" y="1331140"/>
                </a:lnTo>
                <a:lnTo>
                  <a:pt x="1749966" y="1326381"/>
                </a:lnTo>
                <a:lnTo>
                  <a:pt x="1734070" y="1321226"/>
                </a:lnTo>
                <a:lnTo>
                  <a:pt x="1718174" y="1316071"/>
                </a:lnTo>
                <a:lnTo>
                  <a:pt x="1703073" y="1310916"/>
                </a:lnTo>
                <a:lnTo>
                  <a:pt x="1687574" y="1305365"/>
                </a:lnTo>
                <a:lnTo>
                  <a:pt x="1672075" y="1299813"/>
                </a:lnTo>
                <a:lnTo>
                  <a:pt x="1657769" y="1293468"/>
                </a:lnTo>
                <a:lnTo>
                  <a:pt x="1643065" y="1287520"/>
                </a:lnTo>
                <a:lnTo>
                  <a:pt x="1615246" y="1275228"/>
                </a:lnTo>
                <a:lnTo>
                  <a:pt x="1588620" y="1262142"/>
                </a:lnTo>
                <a:lnTo>
                  <a:pt x="1563584" y="1249452"/>
                </a:lnTo>
                <a:lnTo>
                  <a:pt x="1540137" y="1235970"/>
                </a:lnTo>
                <a:lnTo>
                  <a:pt x="1517883" y="1223281"/>
                </a:lnTo>
                <a:lnTo>
                  <a:pt x="1497218" y="1210592"/>
                </a:lnTo>
                <a:lnTo>
                  <a:pt x="1478540" y="1199092"/>
                </a:lnTo>
                <a:lnTo>
                  <a:pt x="1462246" y="1187989"/>
                </a:lnTo>
                <a:lnTo>
                  <a:pt x="1447145" y="1177679"/>
                </a:lnTo>
                <a:lnTo>
                  <a:pt x="1434825" y="1168558"/>
                </a:lnTo>
                <a:lnTo>
                  <a:pt x="1423698" y="1160628"/>
                </a:lnTo>
                <a:lnTo>
                  <a:pt x="1409391" y="1149128"/>
                </a:lnTo>
                <a:lnTo>
                  <a:pt x="1404623" y="1145162"/>
                </a:lnTo>
                <a:lnTo>
                  <a:pt x="1410584" y="1141594"/>
                </a:lnTo>
                <a:lnTo>
                  <a:pt x="1416942" y="1138421"/>
                </a:lnTo>
                <a:lnTo>
                  <a:pt x="1423300" y="1135249"/>
                </a:lnTo>
                <a:lnTo>
                  <a:pt x="1430454" y="1132473"/>
                </a:lnTo>
                <a:lnTo>
                  <a:pt x="1444363" y="1126525"/>
                </a:lnTo>
                <a:lnTo>
                  <a:pt x="1459067" y="1122163"/>
                </a:lnTo>
                <a:lnTo>
                  <a:pt x="1474168" y="1118198"/>
                </a:lnTo>
                <a:lnTo>
                  <a:pt x="1490064" y="1115025"/>
                </a:lnTo>
                <a:lnTo>
                  <a:pt x="1505960" y="1112646"/>
                </a:lnTo>
                <a:lnTo>
                  <a:pt x="1522651" y="1110663"/>
                </a:lnTo>
                <a:lnTo>
                  <a:pt x="1539740" y="1109077"/>
                </a:lnTo>
                <a:lnTo>
                  <a:pt x="1556431" y="1108284"/>
                </a:lnTo>
                <a:lnTo>
                  <a:pt x="1573519" y="1107491"/>
                </a:lnTo>
                <a:lnTo>
                  <a:pt x="1590210" y="1107491"/>
                </a:lnTo>
                <a:lnTo>
                  <a:pt x="1607298" y="1107888"/>
                </a:lnTo>
                <a:lnTo>
                  <a:pt x="1624387" y="1108284"/>
                </a:lnTo>
                <a:lnTo>
                  <a:pt x="1640680" y="1109474"/>
                </a:lnTo>
                <a:lnTo>
                  <a:pt x="1657371" y="1110663"/>
                </a:lnTo>
                <a:lnTo>
                  <a:pt x="1672870" y="1111853"/>
                </a:lnTo>
                <a:lnTo>
                  <a:pt x="1688369" y="1113439"/>
                </a:lnTo>
                <a:lnTo>
                  <a:pt x="1717776" y="1117008"/>
                </a:lnTo>
                <a:lnTo>
                  <a:pt x="1744402" y="1120974"/>
                </a:lnTo>
                <a:lnTo>
                  <a:pt x="1767452" y="1124939"/>
                </a:lnTo>
                <a:lnTo>
                  <a:pt x="1786527" y="1128904"/>
                </a:lnTo>
                <a:lnTo>
                  <a:pt x="1800834" y="1131680"/>
                </a:lnTo>
                <a:lnTo>
                  <a:pt x="1813153" y="1134456"/>
                </a:lnTo>
                <a:lnTo>
                  <a:pt x="1805205" y="1126129"/>
                </a:lnTo>
                <a:lnTo>
                  <a:pt x="1797257" y="1118594"/>
                </a:lnTo>
                <a:lnTo>
                  <a:pt x="1788912" y="1111457"/>
                </a:lnTo>
                <a:lnTo>
                  <a:pt x="1780169" y="1104319"/>
                </a:lnTo>
                <a:lnTo>
                  <a:pt x="1763080" y="1090440"/>
                </a:lnTo>
                <a:lnTo>
                  <a:pt x="1744800" y="1077354"/>
                </a:lnTo>
                <a:lnTo>
                  <a:pt x="1726122" y="1064665"/>
                </a:lnTo>
                <a:lnTo>
                  <a:pt x="1707841" y="1053165"/>
                </a:lnTo>
                <a:lnTo>
                  <a:pt x="1688369" y="1042062"/>
                </a:lnTo>
                <a:lnTo>
                  <a:pt x="1668896" y="1031752"/>
                </a:lnTo>
                <a:lnTo>
                  <a:pt x="1649820" y="1022235"/>
                </a:lnTo>
                <a:lnTo>
                  <a:pt x="1629950" y="1012718"/>
                </a:lnTo>
                <a:lnTo>
                  <a:pt x="1610080" y="1004391"/>
                </a:lnTo>
                <a:lnTo>
                  <a:pt x="1590607" y="996460"/>
                </a:lnTo>
                <a:lnTo>
                  <a:pt x="1571532" y="989322"/>
                </a:lnTo>
                <a:lnTo>
                  <a:pt x="1552457" y="982184"/>
                </a:lnTo>
                <a:lnTo>
                  <a:pt x="1533381" y="975840"/>
                </a:lnTo>
                <a:lnTo>
                  <a:pt x="1515101" y="970288"/>
                </a:lnTo>
                <a:lnTo>
                  <a:pt x="1497218" y="965133"/>
                </a:lnTo>
                <a:lnTo>
                  <a:pt x="1480129" y="960375"/>
                </a:lnTo>
                <a:lnTo>
                  <a:pt x="1463438" y="955616"/>
                </a:lnTo>
                <a:lnTo>
                  <a:pt x="1447542" y="952047"/>
                </a:lnTo>
                <a:lnTo>
                  <a:pt x="1418134" y="945306"/>
                </a:lnTo>
                <a:lnTo>
                  <a:pt x="1392700" y="940547"/>
                </a:lnTo>
                <a:lnTo>
                  <a:pt x="1372035" y="936978"/>
                </a:lnTo>
                <a:lnTo>
                  <a:pt x="1356139" y="934599"/>
                </a:lnTo>
                <a:lnTo>
                  <a:pt x="1343025" y="933013"/>
                </a:lnTo>
                <a:lnTo>
                  <a:pt x="1371241" y="923496"/>
                </a:lnTo>
                <a:lnTo>
                  <a:pt x="1398661" y="915169"/>
                </a:lnTo>
                <a:lnTo>
                  <a:pt x="1426082" y="908428"/>
                </a:lnTo>
                <a:lnTo>
                  <a:pt x="1452708" y="902083"/>
                </a:lnTo>
                <a:lnTo>
                  <a:pt x="1478540" y="896928"/>
                </a:lnTo>
                <a:lnTo>
                  <a:pt x="1504371" y="892962"/>
                </a:lnTo>
                <a:lnTo>
                  <a:pt x="1529805" y="889790"/>
                </a:lnTo>
                <a:lnTo>
                  <a:pt x="1554841" y="887807"/>
                </a:lnTo>
                <a:lnTo>
                  <a:pt x="1579480" y="886221"/>
                </a:lnTo>
                <a:lnTo>
                  <a:pt x="1603324" y="885825"/>
                </a:lnTo>
                <a:close/>
                <a:moveTo>
                  <a:pt x="399645" y="28575"/>
                </a:moveTo>
                <a:lnTo>
                  <a:pt x="420652" y="30558"/>
                </a:lnTo>
                <a:lnTo>
                  <a:pt x="442055" y="33335"/>
                </a:lnTo>
                <a:lnTo>
                  <a:pt x="462665" y="36905"/>
                </a:lnTo>
                <a:lnTo>
                  <a:pt x="482879" y="41268"/>
                </a:lnTo>
                <a:lnTo>
                  <a:pt x="501904" y="45632"/>
                </a:lnTo>
                <a:lnTo>
                  <a:pt x="521325" y="51185"/>
                </a:lnTo>
                <a:lnTo>
                  <a:pt x="539953" y="57135"/>
                </a:lnTo>
                <a:lnTo>
                  <a:pt x="558186" y="63482"/>
                </a:lnTo>
                <a:lnTo>
                  <a:pt x="576021" y="71019"/>
                </a:lnTo>
                <a:lnTo>
                  <a:pt x="593461" y="78556"/>
                </a:lnTo>
                <a:lnTo>
                  <a:pt x="610108" y="86489"/>
                </a:lnTo>
                <a:lnTo>
                  <a:pt x="626754" y="95613"/>
                </a:lnTo>
                <a:lnTo>
                  <a:pt x="642608" y="104737"/>
                </a:lnTo>
                <a:lnTo>
                  <a:pt x="658066" y="114257"/>
                </a:lnTo>
                <a:lnTo>
                  <a:pt x="673127" y="124174"/>
                </a:lnTo>
                <a:lnTo>
                  <a:pt x="688189" y="134487"/>
                </a:lnTo>
                <a:lnTo>
                  <a:pt x="702061" y="145197"/>
                </a:lnTo>
                <a:lnTo>
                  <a:pt x="716330" y="156304"/>
                </a:lnTo>
                <a:lnTo>
                  <a:pt x="729409" y="167808"/>
                </a:lnTo>
                <a:lnTo>
                  <a:pt x="742885" y="179708"/>
                </a:lnTo>
                <a:lnTo>
                  <a:pt x="755568" y="191212"/>
                </a:lnTo>
                <a:lnTo>
                  <a:pt x="767855" y="203509"/>
                </a:lnTo>
                <a:lnTo>
                  <a:pt x="779746" y="216202"/>
                </a:lnTo>
                <a:lnTo>
                  <a:pt x="791636" y="228499"/>
                </a:lnTo>
                <a:lnTo>
                  <a:pt x="802338" y="241590"/>
                </a:lnTo>
                <a:lnTo>
                  <a:pt x="813039" y="254283"/>
                </a:lnTo>
                <a:lnTo>
                  <a:pt x="823741" y="267374"/>
                </a:lnTo>
                <a:lnTo>
                  <a:pt x="833649" y="280464"/>
                </a:lnTo>
                <a:lnTo>
                  <a:pt x="843558" y="293554"/>
                </a:lnTo>
                <a:lnTo>
                  <a:pt x="853070" y="306645"/>
                </a:lnTo>
                <a:lnTo>
                  <a:pt x="861790" y="320132"/>
                </a:lnTo>
                <a:lnTo>
                  <a:pt x="870906" y="333222"/>
                </a:lnTo>
                <a:lnTo>
                  <a:pt x="878833" y="346709"/>
                </a:lnTo>
                <a:lnTo>
                  <a:pt x="886760" y="359799"/>
                </a:lnTo>
                <a:lnTo>
                  <a:pt x="902218" y="385980"/>
                </a:lnTo>
                <a:lnTo>
                  <a:pt x="915694" y="411764"/>
                </a:lnTo>
                <a:lnTo>
                  <a:pt x="928377" y="436754"/>
                </a:lnTo>
                <a:lnTo>
                  <a:pt x="939475" y="460951"/>
                </a:lnTo>
                <a:lnTo>
                  <a:pt x="949384" y="483562"/>
                </a:lnTo>
                <a:lnTo>
                  <a:pt x="958500" y="505379"/>
                </a:lnTo>
                <a:lnTo>
                  <a:pt x="966427" y="525610"/>
                </a:lnTo>
                <a:lnTo>
                  <a:pt x="972768" y="544650"/>
                </a:lnTo>
                <a:lnTo>
                  <a:pt x="978714" y="560914"/>
                </a:lnTo>
                <a:lnTo>
                  <a:pt x="983866" y="575987"/>
                </a:lnTo>
                <a:lnTo>
                  <a:pt x="987433" y="588284"/>
                </a:lnTo>
                <a:lnTo>
                  <a:pt x="992190" y="605738"/>
                </a:lnTo>
                <a:lnTo>
                  <a:pt x="993775" y="612085"/>
                </a:lnTo>
                <a:lnTo>
                  <a:pt x="987037" y="611292"/>
                </a:lnTo>
                <a:lnTo>
                  <a:pt x="979506" y="610498"/>
                </a:lnTo>
                <a:lnTo>
                  <a:pt x="972372" y="609308"/>
                </a:lnTo>
                <a:lnTo>
                  <a:pt x="965238" y="607722"/>
                </a:lnTo>
                <a:lnTo>
                  <a:pt x="950573" y="604151"/>
                </a:lnTo>
                <a:lnTo>
                  <a:pt x="936304" y="599391"/>
                </a:lnTo>
                <a:lnTo>
                  <a:pt x="921243" y="593441"/>
                </a:lnTo>
                <a:lnTo>
                  <a:pt x="906974" y="587094"/>
                </a:lnTo>
                <a:lnTo>
                  <a:pt x="891913" y="579954"/>
                </a:lnTo>
                <a:lnTo>
                  <a:pt x="877644" y="572417"/>
                </a:lnTo>
                <a:lnTo>
                  <a:pt x="862979" y="563691"/>
                </a:lnTo>
                <a:lnTo>
                  <a:pt x="849107" y="554964"/>
                </a:lnTo>
                <a:lnTo>
                  <a:pt x="834838" y="545840"/>
                </a:lnTo>
                <a:lnTo>
                  <a:pt x="821362" y="535923"/>
                </a:lnTo>
                <a:lnTo>
                  <a:pt x="807490" y="526006"/>
                </a:lnTo>
                <a:lnTo>
                  <a:pt x="794411" y="516089"/>
                </a:lnTo>
                <a:lnTo>
                  <a:pt x="781331" y="505379"/>
                </a:lnTo>
                <a:lnTo>
                  <a:pt x="769044" y="495066"/>
                </a:lnTo>
                <a:lnTo>
                  <a:pt x="756757" y="485149"/>
                </a:lnTo>
                <a:lnTo>
                  <a:pt x="745659" y="474438"/>
                </a:lnTo>
                <a:lnTo>
                  <a:pt x="723860" y="454605"/>
                </a:lnTo>
                <a:lnTo>
                  <a:pt x="705232" y="436754"/>
                </a:lnTo>
                <a:lnTo>
                  <a:pt x="688981" y="420094"/>
                </a:lnTo>
                <a:lnTo>
                  <a:pt x="675902" y="406607"/>
                </a:lnTo>
                <a:lnTo>
                  <a:pt x="665597" y="395500"/>
                </a:lnTo>
                <a:lnTo>
                  <a:pt x="657670" y="386376"/>
                </a:lnTo>
                <a:lnTo>
                  <a:pt x="659255" y="397087"/>
                </a:lnTo>
                <a:lnTo>
                  <a:pt x="661237" y="408194"/>
                </a:lnTo>
                <a:lnTo>
                  <a:pt x="663615" y="418904"/>
                </a:lnTo>
                <a:lnTo>
                  <a:pt x="665993" y="430011"/>
                </a:lnTo>
                <a:lnTo>
                  <a:pt x="668767" y="440324"/>
                </a:lnTo>
                <a:lnTo>
                  <a:pt x="671542" y="450638"/>
                </a:lnTo>
                <a:lnTo>
                  <a:pt x="678676" y="471662"/>
                </a:lnTo>
                <a:lnTo>
                  <a:pt x="685810" y="492686"/>
                </a:lnTo>
                <a:lnTo>
                  <a:pt x="693738" y="512916"/>
                </a:lnTo>
                <a:lnTo>
                  <a:pt x="702457" y="532750"/>
                </a:lnTo>
                <a:lnTo>
                  <a:pt x="712366" y="552187"/>
                </a:lnTo>
                <a:lnTo>
                  <a:pt x="721878" y="571624"/>
                </a:lnTo>
                <a:lnTo>
                  <a:pt x="732580" y="589871"/>
                </a:lnTo>
                <a:lnTo>
                  <a:pt x="743281" y="608118"/>
                </a:lnTo>
                <a:lnTo>
                  <a:pt x="753983" y="625969"/>
                </a:lnTo>
                <a:lnTo>
                  <a:pt x="765477" y="642629"/>
                </a:lnTo>
                <a:lnTo>
                  <a:pt x="776575" y="659289"/>
                </a:lnTo>
                <a:lnTo>
                  <a:pt x="788069" y="674760"/>
                </a:lnTo>
                <a:lnTo>
                  <a:pt x="799167" y="690230"/>
                </a:lnTo>
                <a:lnTo>
                  <a:pt x="810265" y="704510"/>
                </a:lnTo>
                <a:lnTo>
                  <a:pt x="821759" y="718394"/>
                </a:lnTo>
                <a:lnTo>
                  <a:pt x="832460" y="731484"/>
                </a:lnTo>
                <a:lnTo>
                  <a:pt x="843162" y="743781"/>
                </a:lnTo>
                <a:lnTo>
                  <a:pt x="862583" y="765995"/>
                </a:lnTo>
                <a:lnTo>
                  <a:pt x="880022" y="784242"/>
                </a:lnTo>
                <a:lnTo>
                  <a:pt x="894687" y="799316"/>
                </a:lnTo>
                <a:lnTo>
                  <a:pt x="906182" y="810026"/>
                </a:lnTo>
                <a:lnTo>
                  <a:pt x="915694" y="819150"/>
                </a:lnTo>
                <a:lnTo>
                  <a:pt x="887553" y="810423"/>
                </a:lnTo>
                <a:lnTo>
                  <a:pt x="860205" y="801299"/>
                </a:lnTo>
                <a:lnTo>
                  <a:pt x="834046" y="791382"/>
                </a:lnTo>
                <a:lnTo>
                  <a:pt x="808679" y="781069"/>
                </a:lnTo>
                <a:lnTo>
                  <a:pt x="784502" y="770359"/>
                </a:lnTo>
                <a:lnTo>
                  <a:pt x="761513" y="758458"/>
                </a:lnTo>
                <a:lnTo>
                  <a:pt x="738921" y="746558"/>
                </a:lnTo>
                <a:lnTo>
                  <a:pt x="717519" y="734261"/>
                </a:lnTo>
                <a:lnTo>
                  <a:pt x="696908" y="721171"/>
                </a:lnTo>
                <a:lnTo>
                  <a:pt x="677487" y="707684"/>
                </a:lnTo>
                <a:lnTo>
                  <a:pt x="658462" y="694197"/>
                </a:lnTo>
                <a:lnTo>
                  <a:pt x="640230" y="680313"/>
                </a:lnTo>
                <a:lnTo>
                  <a:pt x="623583" y="666033"/>
                </a:lnTo>
                <a:lnTo>
                  <a:pt x="606937" y="650959"/>
                </a:lnTo>
                <a:lnTo>
                  <a:pt x="591083" y="635886"/>
                </a:lnTo>
                <a:lnTo>
                  <a:pt x="576418" y="620415"/>
                </a:lnTo>
                <a:lnTo>
                  <a:pt x="562149" y="605341"/>
                </a:lnTo>
                <a:lnTo>
                  <a:pt x="549069" y="589078"/>
                </a:lnTo>
                <a:lnTo>
                  <a:pt x="536386" y="573607"/>
                </a:lnTo>
                <a:lnTo>
                  <a:pt x="524496" y="556947"/>
                </a:lnTo>
                <a:lnTo>
                  <a:pt x="513398" y="541080"/>
                </a:lnTo>
                <a:lnTo>
                  <a:pt x="502300" y="524420"/>
                </a:lnTo>
                <a:lnTo>
                  <a:pt x="492391" y="507363"/>
                </a:lnTo>
                <a:lnTo>
                  <a:pt x="483275" y="491099"/>
                </a:lnTo>
                <a:lnTo>
                  <a:pt x="474159" y="474042"/>
                </a:lnTo>
                <a:lnTo>
                  <a:pt x="465836" y="457778"/>
                </a:lnTo>
                <a:lnTo>
                  <a:pt x="458305" y="440721"/>
                </a:lnTo>
                <a:lnTo>
                  <a:pt x="451171" y="423664"/>
                </a:lnTo>
                <a:lnTo>
                  <a:pt x="444433" y="407004"/>
                </a:lnTo>
                <a:lnTo>
                  <a:pt x="438488" y="390343"/>
                </a:lnTo>
                <a:lnTo>
                  <a:pt x="432939" y="374079"/>
                </a:lnTo>
                <a:lnTo>
                  <a:pt x="427786" y="357419"/>
                </a:lnTo>
                <a:lnTo>
                  <a:pt x="423030" y="340759"/>
                </a:lnTo>
                <a:lnTo>
                  <a:pt x="418670" y="324892"/>
                </a:lnTo>
                <a:lnTo>
                  <a:pt x="414707" y="308628"/>
                </a:lnTo>
                <a:lnTo>
                  <a:pt x="411536" y="292761"/>
                </a:lnTo>
                <a:lnTo>
                  <a:pt x="408365" y="277291"/>
                </a:lnTo>
                <a:lnTo>
                  <a:pt x="405591" y="261820"/>
                </a:lnTo>
                <a:lnTo>
                  <a:pt x="403212" y="246746"/>
                </a:lnTo>
                <a:lnTo>
                  <a:pt x="401231" y="231673"/>
                </a:lnTo>
                <a:lnTo>
                  <a:pt x="399645" y="217392"/>
                </a:lnTo>
                <a:lnTo>
                  <a:pt x="398060" y="203112"/>
                </a:lnTo>
                <a:lnTo>
                  <a:pt x="395682" y="176138"/>
                </a:lnTo>
                <a:lnTo>
                  <a:pt x="394096" y="150751"/>
                </a:lnTo>
                <a:lnTo>
                  <a:pt x="393700" y="127347"/>
                </a:lnTo>
                <a:lnTo>
                  <a:pt x="393700" y="105530"/>
                </a:lnTo>
                <a:lnTo>
                  <a:pt x="394493" y="86093"/>
                </a:lnTo>
                <a:lnTo>
                  <a:pt x="395285" y="69829"/>
                </a:lnTo>
                <a:lnTo>
                  <a:pt x="396474" y="55152"/>
                </a:lnTo>
                <a:lnTo>
                  <a:pt x="398853" y="35318"/>
                </a:lnTo>
                <a:lnTo>
                  <a:pt x="399645" y="28575"/>
                </a:lnTo>
                <a:close/>
                <a:moveTo>
                  <a:pt x="1782366" y="0"/>
                </a:moveTo>
                <a:lnTo>
                  <a:pt x="1787526" y="20648"/>
                </a:lnTo>
                <a:lnTo>
                  <a:pt x="1791097" y="41297"/>
                </a:lnTo>
                <a:lnTo>
                  <a:pt x="1794272" y="61152"/>
                </a:lnTo>
                <a:lnTo>
                  <a:pt x="1796257" y="81006"/>
                </a:lnTo>
                <a:lnTo>
                  <a:pt x="1797844" y="100861"/>
                </a:lnTo>
                <a:lnTo>
                  <a:pt x="1798638" y="119921"/>
                </a:lnTo>
                <a:lnTo>
                  <a:pt x="1798241" y="139378"/>
                </a:lnTo>
                <a:lnTo>
                  <a:pt x="1797447" y="158439"/>
                </a:lnTo>
                <a:lnTo>
                  <a:pt x="1796257" y="177499"/>
                </a:lnTo>
                <a:lnTo>
                  <a:pt x="1793876" y="195765"/>
                </a:lnTo>
                <a:lnTo>
                  <a:pt x="1791494" y="214031"/>
                </a:lnTo>
                <a:lnTo>
                  <a:pt x="1787922" y="231900"/>
                </a:lnTo>
                <a:lnTo>
                  <a:pt x="1783557" y="249769"/>
                </a:lnTo>
                <a:lnTo>
                  <a:pt x="1779191" y="267241"/>
                </a:lnTo>
                <a:lnTo>
                  <a:pt x="1774429" y="284316"/>
                </a:lnTo>
                <a:lnTo>
                  <a:pt x="1768872" y="301391"/>
                </a:lnTo>
                <a:lnTo>
                  <a:pt x="1762919" y="318069"/>
                </a:lnTo>
                <a:lnTo>
                  <a:pt x="1756172" y="334349"/>
                </a:lnTo>
                <a:lnTo>
                  <a:pt x="1749425" y="350630"/>
                </a:lnTo>
                <a:lnTo>
                  <a:pt x="1741885" y="366117"/>
                </a:lnTo>
                <a:lnTo>
                  <a:pt x="1734344" y="381603"/>
                </a:lnTo>
                <a:lnTo>
                  <a:pt x="1726010" y="396693"/>
                </a:lnTo>
                <a:lnTo>
                  <a:pt x="1717675" y="411782"/>
                </a:lnTo>
                <a:lnTo>
                  <a:pt x="1709341" y="426474"/>
                </a:lnTo>
                <a:lnTo>
                  <a:pt x="1699816" y="440770"/>
                </a:lnTo>
                <a:lnTo>
                  <a:pt x="1691085" y="454668"/>
                </a:lnTo>
                <a:lnTo>
                  <a:pt x="1681560" y="468566"/>
                </a:lnTo>
                <a:lnTo>
                  <a:pt x="1671638" y="482067"/>
                </a:lnTo>
                <a:lnTo>
                  <a:pt x="1661716" y="495171"/>
                </a:lnTo>
                <a:lnTo>
                  <a:pt x="1652191" y="507878"/>
                </a:lnTo>
                <a:lnTo>
                  <a:pt x="1641475" y="520585"/>
                </a:lnTo>
                <a:lnTo>
                  <a:pt x="1631554" y="532497"/>
                </a:lnTo>
                <a:lnTo>
                  <a:pt x="1621235" y="544807"/>
                </a:lnTo>
                <a:lnTo>
                  <a:pt x="1610916" y="555926"/>
                </a:lnTo>
                <a:lnTo>
                  <a:pt x="1589882" y="578163"/>
                </a:lnTo>
                <a:lnTo>
                  <a:pt x="1569244" y="598811"/>
                </a:lnTo>
                <a:lnTo>
                  <a:pt x="1548607" y="617872"/>
                </a:lnTo>
                <a:lnTo>
                  <a:pt x="1528763" y="636138"/>
                </a:lnTo>
                <a:lnTo>
                  <a:pt x="1509713" y="652418"/>
                </a:lnTo>
                <a:lnTo>
                  <a:pt x="1491060" y="667508"/>
                </a:lnTo>
                <a:lnTo>
                  <a:pt x="1473597" y="681406"/>
                </a:lnTo>
                <a:lnTo>
                  <a:pt x="1457722" y="693319"/>
                </a:lnTo>
                <a:lnTo>
                  <a:pt x="1443038" y="703643"/>
                </a:lnTo>
                <a:lnTo>
                  <a:pt x="1430338" y="712776"/>
                </a:lnTo>
                <a:lnTo>
                  <a:pt x="1419225" y="720321"/>
                </a:lnTo>
                <a:lnTo>
                  <a:pt x="1403747" y="729851"/>
                </a:lnTo>
                <a:lnTo>
                  <a:pt x="1398588" y="733425"/>
                </a:lnTo>
                <a:lnTo>
                  <a:pt x="1396603" y="726674"/>
                </a:lnTo>
                <a:lnTo>
                  <a:pt x="1395413" y="719924"/>
                </a:lnTo>
                <a:lnTo>
                  <a:pt x="1394222" y="712776"/>
                </a:lnTo>
                <a:lnTo>
                  <a:pt x="1393428" y="705231"/>
                </a:lnTo>
                <a:lnTo>
                  <a:pt x="1393031" y="698084"/>
                </a:lnTo>
                <a:lnTo>
                  <a:pt x="1392635" y="690936"/>
                </a:lnTo>
                <a:lnTo>
                  <a:pt x="1392635" y="675847"/>
                </a:lnTo>
                <a:lnTo>
                  <a:pt x="1393825" y="660360"/>
                </a:lnTo>
                <a:lnTo>
                  <a:pt x="1395413" y="644874"/>
                </a:lnTo>
                <a:lnTo>
                  <a:pt x="1398191" y="628990"/>
                </a:lnTo>
                <a:lnTo>
                  <a:pt x="1401366" y="613107"/>
                </a:lnTo>
                <a:lnTo>
                  <a:pt x="1404938" y="597223"/>
                </a:lnTo>
                <a:lnTo>
                  <a:pt x="1409303" y="580942"/>
                </a:lnTo>
                <a:lnTo>
                  <a:pt x="1413669" y="565059"/>
                </a:lnTo>
                <a:lnTo>
                  <a:pt x="1418828" y="549175"/>
                </a:lnTo>
                <a:lnTo>
                  <a:pt x="1424385" y="533291"/>
                </a:lnTo>
                <a:lnTo>
                  <a:pt x="1430338" y="518202"/>
                </a:lnTo>
                <a:lnTo>
                  <a:pt x="1436291" y="502716"/>
                </a:lnTo>
                <a:lnTo>
                  <a:pt x="1442641" y="488420"/>
                </a:lnTo>
                <a:lnTo>
                  <a:pt x="1448594" y="473728"/>
                </a:lnTo>
                <a:lnTo>
                  <a:pt x="1455341" y="460227"/>
                </a:lnTo>
                <a:lnTo>
                  <a:pt x="1467644" y="434019"/>
                </a:lnTo>
                <a:lnTo>
                  <a:pt x="1479550" y="410591"/>
                </a:lnTo>
                <a:lnTo>
                  <a:pt x="1490663" y="390339"/>
                </a:lnTo>
                <a:lnTo>
                  <a:pt x="1499791" y="373661"/>
                </a:lnTo>
                <a:lnTo>
                  <a:pt x="1507332" y="361352"/>
                </a:lnTo>
                <a:lnTo>
                  <a:pt x="1514078" y="350630"/>
                </a:lnTo>
                <a:lnTo>
                  <a:pt x="1503760" y="355792"/>
                </a:lnTo>
                <a:lnTo>
                  <a:pt x="1493838" y="360954"/>
                </a:lnTo>
                <a:lnTo>
                  <a:pt x="1484313" y="366117"/>
                </a:lnTo>
                <a:lnTo>
                  <a:pt x="1474391" y="371676"/>
                </a:lnTo>
                <a:lnTo>
                  <a:pt x="1455738" y="383986"/>
                </a:lnTo>
                <a:lnTo>
                  <a:pt x="1437085" y="396295"/>
                </a:lnTo>
                <a:lnTo>
                  <a:pt x="1419225" y="409797"/>
                </a:lnTo>
                <a:lnTo>
                  <a:pt x="1402160" y="423298"/>
                </a:lnTo>
                <a:lnTo>
                  <a:pt x="1385491" y="437990"/>
                </a:lnTo>
                <a:lnTo>
                  <a:pt x="1369219" y="452682"/>
                </a:lnTo>
                <a:lnTo>
                  <a:pt x="1353741" y="467772"/>
                </a:lnTo>
                <a:lnTo>
                  <a:pt x="1338660" y="483258"/>
                </a:lnTo>
                <a:lnTo>
                  <a:pt x="1324372" y="498745"/>
                </a:lnTo>
                <a:lnTo>
                  <a:pt x="1310481" y="514628"/>
                </a:lnTo>
                <a:lnTo>
                  <a:pt x="1297781" y="530115"/>
                </a:lnTo>
                <a:lnTo>
                  <a:pt x="1285081" y="545998"/>
                </a:lnTo>
                <a:lnTo>
                  <a:pt x="1273175" y="561088"/>
                </a:lnTo>
                <a:lnTo>
                  <a:pt x="1262063" y="576574"/>
                </a:lnTo>
                <a:lnTo>
                  <a:pt x="1251347" y="591267"/>
                </a:lnTo>
                <a:lnTo>
                  <a:pt x="1241425" y="605959"/>
                </a:lnTo>
                <a:lnTo>
                  <a:pt x="1232297" y="619857"/>
                </a:lnTo>
                <a:lnTo>
                  <a:pt x="1223169" y="633755"/>
                </a:lnTo>
                <a:lnTo>
                  <a:pt x="1208088" y="659169"/>
                </a:lnTo>
                <a:lnTo>
                  <a:pt x="1194991" y="681009"/>
                </a:lnTo>
                <a:lnTo>
                  <a:pt x="1185069" y="699275"/>
                </a:lnTo>
                <a:lnTo>
                  <a:pt x="1178322" y="713173"/>
                </a:lnTo>
                <a:lnTo>
                  <a:pt x="1171972" y="724689"/>
                </a:lnTo>
                <a:lnTo>
                  <a:pt x="1171575" y="696098"/>
                </a:lnTo>
                <a:lnTo>
                  <a:pt x="1172369" y="667905"/>
                </a:lnTo>
                <a:lnTo>
                  <a:pt x="1173956" y="640506"/>
                </a:lnTo>
                <a:lnTo>
                  <a:pt x="1176734" y="613504"/>
                </a:lnTo>
                <a:lnTo>
                  <a:pt x="1179513" y="587693"/>
                </a:lnTo>
                <a:lnTo>
                  <a:pt x="1183481" y="562279"/>
                </a:lnTo>
                <a:lnTo>
                  <a:pt x="1188244" y="537659"/>
                </a:lnTo>
                <a:lnTo>
                  <a:pt x="1193800" y="514231"/>
                </a:lnTo>
                <a:lnTo>
                  <a:pt x="1199753" y="491200"/>
                </a:lnTo>
                <a:lnTo>
                  <a:pt x="1206897" y="468566"/>
                </a:lnTo>
                <a:lnTo>
                  <a:pt x="1214438" y="446726"/>
                </a:lnTo>
                <a:lnTo>
                  <a:pt x="1222375" y="425680"/>
                </a:lnTo>
                <a:lnTo>
                  <a:pt x="1231503" y="405429"/>
                </a:lnTo>
                <a:lnTo>
                  <a:pt x="1240631" y="385574"/>
                </a:lnTo>
                <a:lnTo>
                  <a:pt x="1250156" y="366117"/>
                </a:lnTo>
                <a:lnTo>
                  <a:pt x="1260872" y="347850"/>
                </a:lnTo>
                <a:lnTo>
                  <a:pt x="1271588" y="329584"/>
                </a:lnTo>
                <a:lnTo>
                  <a:pt x="1282700" y="312112"/>
                </a:lnTo>
                <a:lnTo>
                  <a:pt x="1294606" y="295832"/>
                </a:lnTo>
                <a:lnTo>
                  <a:pt x="1306513" y="279551"/>
                </a:lnTo>
                <a:lnTo>
                  <a:pt x="1319213" y="264065"/>
                </a:lnTo>
                <a:lnTo>
                  <a:pt x="1331913" y="248975"/>
                </a:lnTo>
                <a:lnTo>
                  <a:pt x="1345010" y="234680"/>
                </a:lnTo>
                <a:lnTo>
                  <a:pt x="1358106" y="220385"/>
                </a:lnTo>
                <a:lnTo>
                  <a:pt x="1371997" y="207281"/>
                </a:lnTo>
                <a:lnTo>
                  <a:pt x="1385491" y="194177"/>
                </a:lnTo>
                <a:lnTo>
                  <a:pt x="1399778" y="182264"/>
                </a:lnTo>
                <a:lnTo>
                  <a:pt x="1413669" y="169954"/>
                </a:lnTo>
                <a:lnTo>
                  <a:pt x="1428353" y="158836"/>
                </a:lnTo>
                <a:lnTo>
                  <a:pt x="1442244" y="147717"/>
                </a:lnTo>
                <a:lnTo>
                  <a:pt x="1456928" y="137790"/>
                </a:lnTo>
                <a:lnTo>
                  <a:pt x="1471216" y="127863"/>
                </a:lnTo>
                <a:lnTo>
                  <a:pt x="1485900" y="118333"/>
                </a:lnTo>
                <a:lnTo>
                  <a:pt x="1500188" y="109199"/>
                </a:lnTo>
                <a:lnTo>
                  <a:pt x="1514872" y="100861"/>
                </a:lnTo>
                <a:lnTo>
                  <a:pt x="1529160" y="92919"/>
                </a:lnTo>
                <a:lnTo>
                  <a:pt x="1543447" y="84977"/>
                </a:lnTo>
                <a:lnTo>
                  <a:pt x="1557338" y="77829"/>
                </a:lnTo>
                <a:lnTo>
                  <a:pt x="1571625" y="71079"/>
                </a:lnTo>
                <a:lnTo>
                  <a:pt x="1585119" y="64328"/>
                </a:lnTo>
                <a:lnTo>
                  <a:pt x="1599010" y="57975"/>
                </a:lnTo>
                <a:lnTo>
                  <a:pt x="1612107" y="52416"/>
                </a:lnTo>
                <a:lnTo>
                  <a:pt x="1637904" y="42091"/>
                </a:lnTo>
                <a:lnTo>
                  <a:pt x="1662113" y="32958"/>
                </a:lnTo>
                <a:lnTo>
                  <a:pt x="1685132" y="25414"/>
                </a:lnTo>
                <a:lnTo>
                  <a:pt x="1706166" y="18663"/>
                </a:lnTo>
                <a:lnTo>
                  <a:pt x="1724819" y="13501"/>
                </a:lnTo>
                <a:lnTo>
                  <a:pt x="1741488" y="9133"/>
                </a:lnTo>
                <a:lnTo>
                  <a:pt x="1755379" y="5162"/>
                </a:lnTo>
                <a:lnTo>
                  <a:pt x="1775619" y="1191"/>
                </a:lnTo>
                <a:lnTo>
                  <a:pt x="1782366" y="0"/>
                </a:lnTo>
                <a:close/>
              </a:path>
            </a:pathLst>
          </a:custGeom>
          <a:gradFill flip="none" rotWithShape="1">
            <a:gsLst>
              <a:gs pos="100000">
                <a:srgbClr val="FCFCFC"/>
              </a:gs>
              <a:gs pos="0">
                <a:srgbClr val="CCCCCC"/>
              </a:gs>
            </a:gsLst>
            <a:lin ang="7200000" scaled="0"/>
            <a:tileRect/>
          </a:gradFill>
          <a:ln w="9525">
            <a:gradFill>
              <a:gsLst>
                <a:gs pos="89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7200000" scaled="0"/>
            </a:gradFill>
          </a:ln>
          <a:effectLst>
            <a:outerShdw blurRad="114300" dist="63500" dir="6600000" sx="103000" sy="103000" algn="tr" rotWithShape="0">
              <a:srgbClr val="4A97BE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/>
            <a:endParaRPr lang="zh-CN" altLang="en-US" sz="1015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TextBox 42"/>
          <p:cNvSpPr txBox="1"/>
          <p:nvPr>
            <p:custDataLst>
              <p:tags r:id="rId1"/>
            </p:custDataLst>
          </p:nvPr>
        </p:nvSpPr>
        <p:spPr>
          <a:xfrm>
            <a:off x="335280" y="2219960"/>
            <a:ext cx="10363200" cy="13817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5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共享多功能网球车</a:t>
            </a:r>
          </a:p>
          <a:p>
            <a:pPr algn="ctr"/>
            <a:r>
              <a:rPr lang="zh-CN" altLang="en-US" sz="5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商业计划书的要点</a:t>
            </a:r>
          </a:p>
        </p:txBody>
      </p:sp>
      <p:sp>
        <p:nvSpPr>
          <p:cNvPr id="3" name="TextBox 42"/>
          <p:cNvSpPr txBox="1"/>
          <p:nvPr>
            <p:custDataLst>
              <p:tags r:id="rId2"/>
            </p:custDataLst>
          </p:nvPr>
        </p:nvSpPr>
        <p:spPr>
          <a:xfrm>
            <a:off x="1629410" y="3198495"/>
            <a:ext cx="8755380" cy="9861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50000"/>
              </a:lnSpc>
            </a:pPr>
            <a:endParaRPr lang="zh-CN" altLang="en-US" sz="20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 descr="图片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58420"/>
            <a:ext cx="657225" cy="833755"/>
          </a:xfrm>
          <a:prstGeom prst="rect">
            <a:avLst/>
          </a:prstGeom>
        </p:spPr>
      </p:pic>
      <p:pic>
        <p:nvPicPr>
          <p:cNvPr id="6" name="图片 5" descr="图片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9660" y="0"/>
            <a:ext cx="1536700" cy="891540"/>
          </a:xfrm>
          <a:prstGeom prst="rect">
            <a:avLst/>
          </a:prstGeom>
        </p:spPr>
      </p:pic>
      <p:pic>
        <p:nvPicPr>
          <p:cNvPr id="7" name="图片 6" descr="图片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18015" y="86360"/>
            <a:ext cx="2349500" cy="8058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3"/>
          </p:nvPr>
        </p:nvSpPr>
        <p:spPr>
          <a:xfrm>
            <a:off x="1162050" y="516839"/>
            <a:ext cx="4737100" cy="469900"/>
          </a:xfrm>
        </p:spPr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痛点</a:t>
            </a:r>
          </a:p>
        </p:txBody>
      </p:sp>
      <p:sp>
        <p:nvSpPr>
          <p:cNvPr id="25" name="同心圆 138"/>
          <p:cNvSpPr/>
          <p:nvPr/>
        </p:nvSpPr>
        <p:spPr>
          <a:xfrm>
            <a:off x="1034479" y="2232469"/>
            <a:ext cx="1610332" cy="1609190"/>
          </a:xfrm>
          <a:prstGeom prst="donut">
            <a:avLst>
              <a:gd name="adj" fmla="val 4879"/>
            </a:avLst>
          </a:prstGeom>
          <a:gradFill flip="none" rotWithShape="1">
            <a:gsLst>
              <a:gs pos="100000">
                <a:srgbClr val="FCFCFC"/>
              </a:gs>
              <a:gs pos="0">
                <a:srgbClr val="CCCCCC"/>
              </a:gs>
            </a:gsLst>
            <a:lin ang="7200000" scaled="0"/>
            <a:tileRect/>
          </a:gradFill>
          <a:ln w="9525">
            <a:gradFill>
              <a:gsLst>
                <a:gs pos="89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7200000" scaled="0"/>
            </a:gradFill>
          </a:ln>
          <a:effectLst>
            <a:outerShdw blurRad="114300" dist="63500" dir="6600000" sx="101000" sy="101000" algn="tr" rotWithShape="0">
              <a:srgbClr val="4A97BE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36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1209085" y="2250560"/>
            <a:ext cx="1566811" cy="1565699"/>
          </a:xfrm>
          <a:prstGeom prst="ellipse">
            <a:avLst/>
          </a:prstGeom>
          <a:gradFill flip="none" rotWithShape="1">
            <a:gsLst>
              <a:gs pos="100000">
                <a:srgbClr val="FCFCFC"/>
              </a:gs>
              <a:gs pos="0">
                <a:srgbClr val="CCCCCC"/>
              </a:gs>
            </a:gsLst>
            <a:lin ang="7200000" scaled="0"/>
            <a:tileRect/>
          </a:gradFill>
          <a:ln w="9525">
            <a:gradFill>
              <a:gsLst>
                <a:gs pos="89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7200000" scaled="0"/>
            </a:gradFill>
          </a:ln>
          <a:effectLst>
            <a:outerShdw blurRad="114300" dist="63500" dir="6600000" sx="101000" sy="101000" algn="tr" rotWithShape="0">
              <a:srgbClr val="4A97BE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36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20" name="椭圆 19"/>
          <p:cNvSpPr/>
          <p:nvPr/>
        </p:nvSpPr>
        <p:spPr>
          <a:xfrm>
            <a:off x="1230263" y="2428111"/>
            <a:ext cx="1218765" cy="1217900"/>
          </a:xfrm>
          <a:prstGeom prst="ellipse">
            <a:avLst/>
          </a:prstGeom>
          <a:noFill/>
          <a:ln w="22225">
            <a:noFill/>
          </a:ln>
          <a:effectLst>
            <a:outerShdw blurRad="419100" dist="419100" dir="3600000" algn="tl" rotWithShape="0">
              <a:schemeClr val="accent2">
                <a:lumMod val="50000"/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None/>
            </a:pPr>
            <a:endParaRPr lang="zh-CN" altLang="en-US" sz="2400" b="1">
              <a:solidFill>
                <a:schemeClr val="tx1"/>
              </a:solidFill>
              <a:latin typeface="+mn-ea"/>
              <a:cs typeface="+mn-ea"/>
              <a:sym typeface="+mn-lt"/>
            </a:endParaRPr>
          </a:p>
        </p:txBody>
      </p:sp>
      <p:sp>
        <p:nvSpPr>
          <p:cNvPr id="18" name="TextBox 20"/>
          <p:cNvSpPr txBox="1"/>
          <p:nvPr/>
        </p:nvSpPr>
        <p:spPr>
          <a:xfrm>
            <a:off x="1601470" y="2582545"/>
            <a:ext cx="670560" cy="831215"/>
          </a:xfrm>
          <a:prstGeom prst="rect">
            <a:avLst/>
          </a:prstGeom>
          <a:noFill/>
          <a:ln w="22225"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fontAlgn="base">
              <a:spcBef>
                <a:spcPts val="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None/>
              <a:defRPr sz="2400" b="1">
                <a:solidFill>
                  <a:schemeClr val="accent1"/>
                </a:solidFill>
                <a:latin typeface="+mn-ea"/>
                <a:cs typeface="+mn-ea"/>
              </a:defRPr>
            </a:lvl1pPr>
            <a:lvl2pPr marL="342900" algn="ctr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850" b="1">
                <a:solidFill>
                  <a:schemeClr val="lt1"/>
                </a:solidFill>
              </a:defRPr>
            </a:lvl2pPr>
            <a:lvl3pPr marL="685800" algn="ctr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850" b="1">
                <a:solidFill>
                  <a:schemeClr val="lt1"/>
                </a:solidFill>
              </a:defRPr>
            </a:lvl3pPr>
            <a:lvl4pPr marL="1028700" algn="ctr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850" b="1">
                <a:solidFill>
                  <a:schemeClr val="lt1"/>
                </a:solidFill>
              </a:defRPr>
            </a:lvl4pPr>
            <a:lvl5pPr marL="1371600" algn="ctr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850" b="1">
                <a:solidFill>
                  <a:schemeClr val="lt1"/>
                </a:solidFill>
              </a:defRPr>
            </a:lvl5pPr>
            <a:lvl6pPr marL="1714500" defTabSz="685800">
              <a:defRPr sz="2850" b="1">
                <a:solidFill>
                  <a:schemeClr val="lt1"/>
                </a:solidFill>
              </a:defRPr>
            </a:lvl6pPr>
            <a:lvl7pPr marL="2057400" defTabSz="685800">
              <a:defRPr sz="2850" b="1">
                <a:solidFill>
                  <a:schemeClr val="lt1"/>
                </a:solidFill>
              </a:defRPr>
            </a:lvl7pPr>
            <a:lvl8pPr marL="2400300" defTabSz="685800">
              <a:defRPr sz="2850" b="1">
                <a:solidFill>
                  <a:schemeClr val="lt1"/>
                </a:solidFill>
              </a:defRPr>
            </a:lvl8pPr>
            <a:lvl9pPr marL="2743200" defTabSz="685800">
              <a:defRPr sz="2850" b="1">
                <a:solidFill>
                  <a:schemeClr val="lt1"/>
                </a:solidFill>
              </a:defRPr>
            </a:lvl9pPr>
          </a:lstStyle>
          <a:p>
            <a:r>
              <a:rPr lang="zh-CN" altLang="en-US" sz="1800" dirty="0">
                <a:solidFill>
                  <a:schemeClr val="tx1"/>
                </a:solidFill>
                <a:sym typeface="+mn-lt"/>
              </a:rPr>
              <a:t>痛点</a:t>
            </a:r>
          </a:p>
        </p:txBody>
      </p:sp>
      <p:sp>
        <p:nvSpPr>
          <p:cNvPr id="37" name="Rectangle 5"/>
          <p:cNvSpPr/>
          <p:nvPr/>
        </p:nvSpPr>
        <p:spPr bwMode="auto">
          <a:xfrm>
            <a:off x="3082925" y="2387600"/>
            <a:ext cx="5179060" cy="16973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t"/>
          <a:lstStyle/>
          <a:p>
            <a:pPr marL="285750" indent="-285750" algn="l">
              <a:lnSpc>
                <a:spcPct val="190000"/>
              </a:lnSpc>
              <a:buFont typeface="Wingdings" panose="05000000000000000000" charset="0"/>
              <a:buChar char="l"/>
            </a:pPr>
            <a:r>
              <a:rPr lang="zh-CN" altLang="en-US" b="1">
                <a:solidFill>
                  <a:schemeClr val="tx1"/>
                </a:solidFill>
              </a:rPr>
              <a:t>痛点是什么？</a:t>
            </a:r>
            <a:r>
              <a:rPr lang="en-US" altLang="zh-CN" b="1">
                <a:solidFill>
                  <a:schemeClr val="tx1"/>
                </a:solidFill>
              </a:rPr>
              <a:t>——</a:t>
            </a:r>
            <a:r>
              <a:rPr lang="zh-CN" altLang="en-US" b="1">
                <a:solidFill>
                  <a:schemeClr val="tx1"/>
                </a:solidFill>
              </a:rPr>
              <a:t>真实存在的需求</a:t>
            </a:r>
          </a:p>
          <a:p>
            <a:pPr marL="285750" indent="-285750" algn="l">
              <a:lnSpc>
                <a:spcPct val="190000"/>
              </a:lnSpc>
              <a:buFont typeface="Wingdings" panose="05000000000000000000" charset="0"/>
              <a:buChar char="l"/>
            </a:pPr>
            <a:r>
              <a:rPr lang="zh-CN" altLang="en-US" b="1">
                <a:solidFill>
                  <a:schemeClr val="tx1"/>
                </a:solidFill>
              </a:rPr>
              <a:t>有多痛？（市场规模）</a:t>
            </a:r>
          </a:p>
          <a:p>
            <a:pPr marL="285750" indent="-285750" algn="l">
              <a:lnSpc>
                <a:spcPct val="190000"/>
              </a:lnSpc>
              <a:buFont typeface="Wingdings" panose="05000000000000000000" charset="0"/>
              <a:buChar char="l"/>
            </a:pP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Light" charset="0"/>
                <a:sym typeface="+mn-ea"/>
              </a:rPr>
              <a:t>为什么是现在？</a:t>
            </a:r>
          </a:p>
          <a:p>
            <a:pPr marL="285750" indent="-285750" algn="l">
              <a:lnSpc>
                <a:spcPct val="190000"/>
              </a:lnSpc>
              <a:buFont typeface="Wingdings" panose="05000000000000000000" charset="0"/>
              <a:buChar char="l"/>
            </a:pP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Light" charset="0"/>
                <a:sym typeface="+mn-ea"/>
              </a:rPr>
              <a:t>怎么解决这些痛点？</a:t>
            </a:r>
            <a:r>
              <a:rPr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Light" charset="0"/>
                <a:sym typeface="+mn-ea"/>
              </a:rPr>
              <a:t>——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Light" charset="0"/>
                <a:sym typeface="+mn-ea"/>
              </a:rPr>
              <a:t>越详细越好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bldLvl="0" animBg="1"/>
      <p:bldP spid="30" grpId="0" bldLvl="0" animBg="1"/>
      <p:bldP spid="20" grpId="0" bldLvl="0" animBg="1"/>
      <p:bldP spid="18" grpId="0" bldLvl="0" animBg="1"/>
      <p:bldP spid="3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3"/>
          </p:nvPr>
        </p:nvSpPr>
        <p:spPr>
          <a:xfrm>
            <a:off x="1162050" y="516839"/>
            <a:ext cx="4737100" cy="469900"/>
          </a:xfrm>
        </p:spPr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商业模式</a:t>
            </a:r>
            <a:r>
              <a:rPr lang="en-US" altLang="zh-CN" dirty="0">
                <a:solidFill>
                  <a:schemeClr val="tx1"/>
                </a:solidFill>
              </a:rPr>
              <a:t>&amp;</a:t>
            </a:r>
            <a:r>
              <a:rPr lang="zh-CN" altLang="en-US" dirty="0">
                <a:solidFill>
                  <a:schemeClr val="tx1"/>
                </a:solidFill>
              </a:rPr>
              <a:t>发展规划</a:t>
            </a:r>
          </a:p>
        </p:txBody>
      </p:sp>
      <p:sp>
        <p:nvSpPr>
          <p:cNvPr id="25" name="同心圆 138"/>
          <p:cNvSpPr/>
          <p:nvPr/>
        </p:nvSpPr>
        <p:spPr>
          <a:xfrm>
            <a:off x="1034479" y="2232469"/>
            <a:ext cx="1610332" cy="1609190"/>
          </a:xfrm>
          <a:prstGeom prst="donut">
            <a:avLst>
              <a:gd name="adj" fmla="val 4879"/>
            </a:avLst>
          </a:prstGeom>
          <a:gradFill flip="none" rotWithShape="1">
            <a:gsLst>
              <a:gs pos="100000">
                <a:srgbClr val="FCFCFC"/>
              </a:gs>
              <a:gs pos="0">
                <a:srgbClr val="CCCCCC"/>
              </a:gs>
            </a:gsLst>
            <a:lin ang="7200000" scaled="0"/>
            <a:tileRect/>
          </a:gradFill>
          <a:ln w="9525">
            <a:gradFill>
              <a:gsLst>
                <a:gs pos="89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7200000" scaled="0"/>
            </a:gradFill>
          </a:ln>
          <a:effectLst>
            <a:outerShdw blurRad="114300" dist="63500" dir="6600000" sx="101000" sy="101000" algn="tr" rotWithShape="0">
              <a:srgbClr val="4A97BE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36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1209085" y="2250560"/>
            <a:ext cx="1566811" cy="1565699"/>
          </a:xfrm>
          <a:prstGeom prst="ellipse">
            <a:avLst/>
          </a:prstGeom>
          <a:gradFill flip="none" rotWithShape="1">
            <a:gsLst>
              <a:gs pos="100000">
                <a:srgbClr val="FCFCFC"/>
              </a:gs>
              <a:gs pos="0">
                <a:srgbClr val="CCCCCC"/>
              </a:gs>
            </a:gsLst>
            <a:lin ang="7200000" scaled="0"/>
            <a:tileRect/>
          </a:gradFill>
          <a:ln w="9525">
            <a:gradFill>
              <a:gsLst>
                <a:gs pos="89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7200000" scaled="0"/>
            </a:gradFill>
          </a:ln>
          <a:effectLst>
            <a:outerShdw blurRad="114300" dist="63500" dir="6600000" sx="101000" sy="101000" algn="tr" rotWithShape="0">
              <a:srgbClr val="4A97BE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36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20" name="椭圆 19"/>
          <p:cNvSpPr/>
          <p:nvPr/>
        </p:nvSpPr>
        <p:spPr>
          <a:xfrm>
            <a:off x="1230263" y="2428111"/>
            <a:ext cx="1218765" cy="1217900"/>
          </a:xfrm>
          <a:prstGeom prst="ellipse">
            <a:avLst/>
          </a:prstGeom>
          <a:noFill/>
          <a:ln w="22225">
            <a:noFill/>
          </a:ln>
          <a:effectLst>
            <a:outerShdw blurRad="419100" dist="419100" dir="3600000" algn="tl" rotWithShape="0">
              <a:schemeClr val="accent2">
                <a:lumMod val="50000"/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None/>
            </a:pPr>
            <a:endParaRPr lang="zh-CN" altLang="en-US" sz="2400" b="1">
              <a:solidFill>
                <a:schemeClr val="tx1"/>
              </a:solidFill>
              <a:latin typeface="+mn-ea"/>
              <a:cs typeface="+mn-ea"/>
              <a:sym typeface="+mn-lt"/>
            </a:endParaRPr>
          </a:p>
        </p:txBody>
      </p:sp>
      <p:sp>
        <p:nvSpPr>
          <p:cNvPr id="18" name="TextBox 20"/>
          <p:cNvSpPr txBox="1"/>
          <p:nvPr/>
        </p:nvSpPr>
        <p:spPr>
          <a:xfrm>
            <a:off x="1431925" y="2582545"/>
            <a:ext cx="1343660" cy="831215"/>
          </a:xfrm>
          <a:prstGeom prst="rect">
            <a:avLst/>
          </a:prstGeom>
          <a:noFill/>
          <a:ln w="22225"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fontAlgn="base">
              <a:spcBef>
                <a:spcPts val="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None/>
              <a:defRPr sz="2400" b="1">
                <a:solidFill>
                  <a:schemeClr val="accent1"/>
                </a:solidFill>
                <a:latin typeface="+mn-ea"/>
                <a:cs typeface="+mn-ea"/>
              </a:defRPr>
            </a:lvl1pPr>
            <a:lvl2pPr marL="342900" algn="ctr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850" b="1">
                <a:solidFill>
                  <a:schemeClr val="lt1"/>
                </a:solidFill>
              </a:defRPr>
            </a:lvl2pPr>
            <a:lvl3pPr marL="685800" algn="ctr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850" b="1">
                <a:solidFill>
                  <a:schemeClr val="lt1"/>
                </a:solidFill>
              </a:defRPr>
            </a:lvl3pPr>
            <a:lvl4pPr marL="1028700" algn="ctr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850" b="1">
                <a:solidFill>
                  <a:schemeClr val="lt1"/>
                </a:solidFill>
              </a:defRPr>
            </a:lvl4pPr>
            <a:lvl5pPr marL="1371600" algn="ctr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850" b="1">
                <a:solidFill>
                  <a:schemeClr val="lt1"/>
                </a:solidFill>
              </a:defRPr>
            </a:lvl5pPr>
            <a:lvl6pPr marL="1714500" defTabSz="685800">
              <a:defRPr sz="2850" b="1">
                <a:solidFill>
                  <a:schemeClr val="lt1"/>
                </a:solidFill>
              </a:defRPr>
            </a:lvl6pPr>
            <a:lvl7pPr marL="2057400" defTabSz="685800">
              <a:defRPr sz="2850" b="1">
                <a:solidFill>
                  <a:schemeClr val="lt1"/>
                </a:solidFill>
              </a:defRPr>
            </a:lvl7pPr>
            <a:lvl8pPr marL="2400300" defTabSz="685800">
              <a:defRPr sz="2850" b="1">
                <a:solidFill>
                  <a:schemeClr val="lt1"/>
                </a:solidFill>
              </a:defRPr>
            </a:lvl8pPr>
            <a:lvl9pPr marL="2743200" defTabSz="685800">
              <a:defRPr sz="2850" b="1">
                <a:solidFill>
                  <a:schemeClr val="lt1"/>
                </a:solidFill>
              </a:defRPr>
            </a:lvl9pPr>
          </a:lstStyle>
          <a:p>
            <a:r>
              <a:rPr lang="zh-CN" altLang="en-US" sz="1800" dirty="0">
                <a:solidFill>
                  <a:schemeClr val="tx1"/>
                </a:solidFill>
                <a:sym typeface="+mn-ea"/>
              </a:rPr>
              <a:t>商业模式</a:t>
            </a:r>
            <a:r>
              <a:rPr lang="en-US" altLang="zh-CN" sz="1800" dirty="0">
                <a:solidFill>
                  <a:schemeClr val="tx1"/>
                </a:solidFill>
                <a:sym typeface="+mn-ea"/>
              </a:rPr>
              <a:t>&amp;</a:t>
            </a:r>
            <a:r>
              <a:rPr lang="zh-CN" altLang="en-US" sz="1800" dirty="0">
                <a:solidFill>
                  <a:schemeClr val="tx1"/>
                </a:solidFill>
                <a:sym typeface="+mn-ea"/>
              </a:rPr>
              <a:t>发展规划</a:t>
            </a:r>
            <a:endParaRPr lang="zh-CN" altLang="en-US" sz="1800" dirty="0">
              <a:solidFill>
                <a:schemeClr val="tx1"/>
              </a:solidFill>
              <a:sym typeface="+mn-lt"/>
            </a:endParaRPr>
          </a:p>
        </p:txBody>
      </p:sp>
      <p:sp>
        <p:nvSpPr>
          <p:cNvPr id="37" name="Rectangle 5"/>
          <p:cNvSpPr/>
          <p:nvPr/>
        </p:nvSpPr>
        <p:spPr bwMode="auto">
          <a:xfrm>
            <a:off x="3082925" y="2387600"/>
            <a:ext cx="5574030" cy="1895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t"/>
          <a:lstStyle/>
          <a:p>
            <a:pPr marL="285750" indent="-285750" algn="l">
              <a:lnSpc>
                <a:spcPct val="170000"/>
              </a:lnSpc>
              <a:buFont typeface="Wingdings" panose="05000000000000000000" charset="0"/>
              <a:buChar char="l"/>
            </a:pPr>
            <a:r>
              <a:rPr lang="zh-CN" altLang="en-US" b="1">
                <a:solidFill>
                  <a:schemeClr val="tx1"/>
                </a:solidFill>
              </a:rPr>
              <a:t>怎么赚钱的？（简洁明了</a:t>
            </a:r>
            <a:r>
              <a:rPr lang="en-US" altLang="zh-CN" b="1">
                <a:solidFill>
                  <a:schemeClr val="tx1"/>
                </a:solidFill>
              </a:rPr>
              <a:t>——</a:t>
            </a:r>
            <a:r>
              <a:rPr lang="zh-CN" altLang="en-US" b="1">
                <a:solidFill>
                  <a:schemeClr val="tx1"/>
                </a:solidFill>
              </a:rPr>
              <a:t>通过图形知道你是怎么赚钱的）</a:t>
            </a:r>
          </a:p>
          <a:p>
            <a:pPr marL="285750" indent="-285750" algn="l">
              <a:lnSpc>
                <a:spcPct val="170000"/>
              </a:lnSpc>
              <a:buFont typeface="Wingdings" panose="05000000000000000000" charset="0"/>
              <a:buChar char="l"/>
            </a:pPr>
            <a:r>
              <a:rPr lang="zh-CN" altLang="en-US" b="1">
                <a:solidFill>
                  <a:schemeClr val="tx1"/>
                </a:solidFill>
              </a:rPr>
              <a:t>盈利模式怎样的？（切实可行）</a:t>
            </a:r>
          </a:p>
          <a:p>
            <a:pPr marL="285750" indent="-285750" algn="l">
              <a:lnSpc>
                <a:spcPct val="170000"/>
              </a:lnSpc>
              <a:buFont typeface="Wingdings" panose="05000000000000000000" charset="0"/>
              <a:buChar char="l"/>
            </a:pPr>
            <a:r>
              <a:rPr lang="zh-CN" altLang="en-US" b="1" u="sng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Light" charset="0"/>
                <a:sym typeface="+mn-ea"/>
              </a:rPr>
              <a:t>战略怎样的？（每一阶段推广、用户量、市场份额</a:t>
            </a:r>
            <a:r>
              <a:rPr lang="en-US" altLang="zh-CN" b="1" u="sng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Light" charset="0"/>
                <a:sym typeface="+mn-ea"/>
              </a:rPr>
              <a:t>——</a:t>
            </a:r>
            <a:r>
              <a:rPr lang="zh-CN" altLang="en-US" b="1" u="sng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Light" charset="0"/>
                <a:sym typeface="+mn-ea"/>
              </a:rPr>
              <a:t>长期发展</a:t>
            </a:r>
            <a:r>
              <a:rPr lang="zh-CN" altLang="en-US" b="1" u="sng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Light" charset="0"/>
                <a:sym typeface="+mn-ea"/>
              </a:rPr>
              <a:t>）</a:t>
            </a:r>
          </a:p>
          <a:p>
            <a:pPr marL="285750" indent="-285750" algn="l">
              <a:lnSpc>
                <a:spcPct val="170000"/>
              </a:lnSpc>
              <a:buFont typeface="Wingdings" panose="05000000000000000000" charset="0"/>
              <a:buChar char="l"/>
            </a:pPr>
            <a:endParaRPr lang="zh-CN" altLang="en-US" b="1" u="sng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ato Light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bldLvl="0" animBg="1"/>
      <p:bldP spid="30" grpId="0" bldLvl="0" animBg="1"/>
      <p:bldP spid="20" grpId="0" bldLvl="0" animBg="1"/>
      <p:bldP spid="18" grpId="0" bldLvl="0" animBg="1"/>
      <p:bldP spid="3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3"/>
          </p:nvPr>
        </p:nvSpPr>
        <p:spPr>
          <a:xfrm>
            <a:off x="1162050" y="516839"/>
            <a:ext cx="4737100" cy="469900"/>
          </a:xfrm>
        </p:spPr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市场</a:t>
            </a:r>
            <a:r>
              <a:rPr lang="en-US" altLang="zh-CN" dirty="0">
                <a:solidFill>
                  <a:schemeClr val="tx1"/>
                </a:solidFill>
              </a:rPr>
              <a:t>&amp;</a:t>
            </a:r>
            <a:r>
              <a:rPr lang="zh-CN" altLang="en-US" dirty="0">
                <a:solidFill>
                  <a:schemeClr val="tx1"/>
                </a:solidFill>
              </a:rPr>
              <a:t>行业分析</a:t>
            </a:r>
          </a:p>
        </p:txBody>
      </p:sp>
      <p:sp>
        <p:nvSpPr>
          <p:cNvPr id="25" name="同心圆 138"/>
          <p:cNvSpPr/>
          <p:nvPr/>
        </p:nvSpPr>
        <p:spPr>
          <a:xfrm>
            <a:off x="1034479" y="2232469"/>
            <a:ext cx="1610332" cy="1609190"/>
          </a:xfrm>
          <a:prstGeom prst="donut">
            <a:avLst>
              <a:gd name="adj" fmla="val 4879"/>
            </a:avLst>
          </a:prstGeom>
          <a:gradFill flip="none" rotWithShape="1">
            <a:gsLst>
              <a:gs pos="100000">
                <a:srgbClr val="FCFCFC"/>
              </a:gs>
              <a:gs pos="0">
                <a:srgbClr val="CCCCCC"/>
              </a:gs>
            </a:gsLst>
            <a:lin ang="7200000" scaled="0"/>
            <a:tileRect/>
          </a:gradFill>
          <a:ln w="9525">
            <a:gradFill>
              <a:gsLst>
                <a:gs pos="89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7200000" scaled="0"/>
            </a:gradFill>
          </a:ln>
          <a:effectLst>
            <a:outerShdw blurRad="114300" dist="63500" dir="6600000" sx="101000" sy="101000" algn="tr" rotWithShape="0">
              <a:srgbClr val="4A97BE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36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1209085" y="2250560"/>
            <a:ext cx="1566811" cy="1565699"/>
          </a:xfrm>
          <a:prstGeom prst="ellipse">
            <a:avLst/>
          </a:prstGeom>
          <a:gradFill flip="none" rotWithShape="1">
            <a:gsLst>
              <a:gs pos="100000">
                <a:srgbClr val="FCFCFC"/>
              </a:gs>
              <a:gs pos="0">
                <a:srgbClr val="CCCCCC"/>
              </a:gs>
            </a:gsLst>
            <a:lin ang="7200000" scaled="0"/>
            <a:tileRect/>
          </a:gradFill>
          <a:ln w="9525">
            <a:gradFill>
              <a:gsLst>
                <a:gs pos="89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7200000" scaled="0"/>
            </a:gradFill>
          </a:ln>
          <a:effectLst>
            <a:outerShdw blurRad="114300" dist="63500" dir="6600000" sx="101000" sy="101000" algn="tr" rotWithShape="0">
              <a:srgbClr val="4A97BE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36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20" name="椭圆 19"/>
          <p:cNvSpPr/>
          <p:nvPr/>
        </p:nvSpPr>
        <p:spPr>
          <a:xfrm>
            <a:off x="1230263" y="2428111"/>
            <a:ext cx="1218765" cy="1217900"/>
          </a:xfrm>
          <a:prstGeom prst="ellipse">
            <a:avLst/>
          </a:prstGeom>
          <a:noFill/>
          <a:ln w="22225">
            <a:noFill/>
          </a:ln>
          <a:effectLst>
            <a:outerShdw blurRad="419100" dist="419100" dir="3600000" algn="tl" rotWithShape="0">
              <a:schemeClr val="accent2">
                <a:lumMod val="50000"/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None/>
            </a:pPr>
            <a:endParaRPr lang="zh-CN" altLang="en-US" sz="2400" b="1">
              <a:solidFill>
                <a:schemeClr val="tx1"/>
              </a:solidFill>
              <a:latin typeface="+mn-ea"/>
              <a:cs typeface="+mn-ea"/>
              <a:sym typeface="+mn-lt"/>
            </a:endParaRPr>
          </a:p>
        </p:txBody>
      </p:sp>
      <p:sp>
        <p:nvSpPr>
          <p:cNvPr id="18" name="TextBox 20"/>
          <p:cNvSpPr txBox="1"/>
          <p:nvPr/>
        </p:nvSpPr>
        <p:spPr>
          <a:xfrm>
            <a:off x="1431925" y="2582545"/>
            <a:ext cx="1212850" cy="831215"/>
          </a:xfrm>
          <a:prstGeom prst="rect">
            <a:avLst/>
          </a:prstGeom>
          <a:noFill/>
          <a:ln w="22225"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fontAlgn="base">
              <a:spcBef>
                <a:spcPts val="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None/>
              <a:defRPr sz="2400" b="1">
                <a:solidFill>
                  <a:schemeClr val="accent1"/>
                </a:solidFill>
                <a:latin typeface="+mn-ea"/>
                <a:cs typeface="+mn-ea"/>
              </a:defRPr>
            </a:lvl1pPr>
            <a:lvl2pPr marL="342900" algn="ctr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850" b="1">
                <a:solidFill>
                  <a:schemeClr val="lt1"/>
                </a:solidFill>
              </a:defRPr>
            </a:lvl2pPr>
            <a:lvl3pPr marL="685800" algn="ctr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850" b="1">
                <a:solidFill>
                  <a:schemeClr val="lt1"/>
                </a:solidFill>
              </a:defRPr>
            </a:lvl3pPr>
            <a:lvl4pPr marL="1028700" algn="ctr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850" b="1">
                <a:solidFill>
                  <a:schemeClr val="lt1"/>
                </a:solidFill>
              </a:defRPr>
            </a:lvl4pPr>
            <a:lvl5pPr marL="1371600" algn="ctr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850" b="1">
                <a:solidFill>
                  <a:schemeClr val="lt1"/>
                </a:solidFill>
              </a:defRPr>
            </a:lvl5pPr>
            <a:lvl6pPr marL="1714500" defTabSz="685800">
              <a:defRPr sz="2850" b="1">
                <a:solidFill>
                  <a:schemeClr val="lt1"/>
                </a:solidFill>
              </a:defRPr>
            </a:lvl6pPr>
            <a:lvl7pPr marL="2057400" defTabSz="685800">
              <a:defRPr sz="2850" b="1">
                <a:solidFill>
                  <a:schemeClr val="lt1"/>
                </a:solidFill>
              </a:defRPr>
            </a:lvl7pPr>
            <a:lvl8pPr marL="2400300" defTabSz="685800">
              <a:defRPr sz="2850" b="1">
                <a:solidFill>
                  <a:schemeClr val="lt1"/>
                </a:solidFill>
              </a:defRPr>
            </a:lvl8pPr>
            <a:lvl9pPr marL="2743200" defTabSz="685800">
              <a:defRPr sz="2850" b="1">
                <a:solidFill>
                  <a:schemeClr val="lt1"/>
                </a:solidFill>
              </a:defRPr>
            </a:lvl9pPr>
          </a:lstStyle>
          <a:p>
            <a:r>
              <a:rPr lang="zh-CN" altLang="en-US" sz="1800" dirty="0">
                <a:solidFill>
                  <a:schemeClr val="tx1"/>
                </a:solidFill>
                <a:sym typeface="+mn-ea"/>
              </a:rPr>
              <a:t>市场</a:t>
            </a:r>
            <a:r>
              <a:rPr lang="en-US" altLang="zh-CN" sz="1800" dirty="0">
                <a:solidFill>
                  <a:schemeClr val="tx1"/>
                </a:solidFill>
                <a:sym typeface="+mn-ea"/>
              </a:rPr>
              <a:t>&amp;</a:t>
            </a:r>
            <a:r>
              <a:rPr lang="zh-CN" altLang="en-US" sz="1800" dirty="0">
                <a:solidFill>
                  <a:schemeClr val="tx1"/>
                </a:solidFill>
                <a:sym typeface="+mn-ea"/>
              </a:rPr>
              <a:t>行业分析</a:t>
            </a:r>
            <a:endParaRPr lang="zh-CN" altLang="en-US" sz="1800" dirty="0">
              <a:solidFill>
                <a:schemeClr val="tx1"/>
              </a:solidFill>
            </a:endParaRPr>
          </a:p>
          <a:p>
            <a:endParaRPr lang="zh-CN" altLang="en-US" sz="1800" dirty="0">
              <a:solidFill>
                <a:schemeClr val="tx1"/>
              </a:solidFill>
              <a:sym typeface="+mn-lt"/>
            </a:endParaRPr>
          </a:p>
        </p:txBody>
      </p:sp>
      <p:sp>
        <p:nvSpPr>
          <p:cNvPr id="37" name="Rectangle 5"/>
          <p:cNvSpPr/>
          <p:nvPr/>
        </p:nvSpPr>
        <p:spPr bwMode="auto">
          <a:xfrm>
            <a:off x="3082925" y="2387600"/>
            <a:ext cx="6942455" cy="392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t"/>
          <a:lstStyle/>
          <a:p>
            <a:pPr marL="285750" indent="-285750" algn="l">
              <a:lnSpc>
                <a:spcPct val="190000"/>
              </a:lnSpc>
              <a:buFont typeface="Wingdings" panose="05000000000000000000" charset="0"/>
              <a:buChar char="l"/>
            </a:pPr>
            <a:r>
              <a:rPr b="1" dirty="0">
                <a:sym typeface="+mn-ea"/>
              </a:rPr>
              <a:t>这个痛点背后的商业价值有多大？你的目标是占有多大的</a:t>
            </a:r>
            <a:r>
              <a:rPr b="1" dirty="0">
                <a:solidFill>
                  <a:srgbClr val="FF0000"/>
                </a:solidFill>
                <a:sym typeface="+mn-ea"/>
              </a:rPr>
              <a:t>市场份额</a:t>
            </a:r>
            <a:r>
              <a:rPr b="1" dirty="0">
                <a:sym typeface="+mn-ea"/>
              </a:rPr>
              <a:t>？</a:t>
            </a:r>
            <a:r>
              <a:rPr lang="zh-CN" b="1" dirty="0">
                <a:sym typeface="+mn-ea"/>
              </a:rPr>
              <a:t>（根据产品和定价估算</a:t>
            </a:r>
            <a:r>
              <a:rPr lang="zh-CN" b="1" dirty="0">
                <a:solidFill>
                  <a:srgbClr val="FF0000"/>
                </a:solidFill>
                <a:sym typeface="+mn-ea"/>
              </a:rPr>
              <a:t>真实</a:t>
            </a:r>
            <a:r>
              <a:rPr lang="zh-CN" b="1" dirty="0">
                <a:sym typeface="+mn-ea"/>
              </a:rPr>
              <a:t>的有效收入市场）</a:t>
            </a:r>
            <a:endParaRPr b="1" dirty="0">
              <a:sym typeface="+mn-ea"/>
            </a:endParaRPr>
          </a:p>
          <a:p>
            <a:pPr marL="285750" indent="-285750" algn="l">
              <a:lnSpc>
                <a:spcPct val="190000"/>
              </a:lnSpc>
              <a:buFont typeface="Wingdings" panose="05000000000000000000" charset="0"/>
              <a:buChar char="l"/>
            </a:pPr>
            <a:r>
              <a:rPr lang="zh-CN" altLang="en-US" b="1">
                <a:solidFill>
                  <a:schemeClr val="tx1"/>
                </a:solidFill>
              </a:rPr>
              <a:t>有多少用户可能使用你的产品，百万级、千万级还是亿级？</a:t>
            </a:r>
          </a:p>
          <a:p>
            <a:pPr marL="285750" indent="-285750" algn="l">
              <a:lnSpc>
                <a:spcPct val="190000"/>
              </a:lnSpc>
              <a:buFont typeface="Wingdings" panose="05000000000000000000" charset="0"/>
              <a:buChar char="l"/>
            </a:pPr>
            <a:r>
              <a:rPr b="1" dirty="0">
                <a:latin typeface="微软雅黑" panose="020B0503020204020204" pitchFamily="34" charset="-122"/>
                <a:ea typeface="微软雅黑" panose="020B0503020204020204" pitchFamily="34" charset="-122"/>
                <a:cs typeface="Lato Light" charset="0"/>
                <a:sym typeface="+mn-ea"/>
              </a:rPr>
              <a:t>市场竞争情况如何？</a:t>
            </a:r>
          </a:p>
          <a:p>
            <a:pPr marL="285750" indent="-285750" algn="l">
              <a:lnSpc>
                <a:spcPct val="190000"/>
              </a:lnSpc>
              <a:buFont typeface="Wingdings" panose="05000000000000000000" charset="0"/>
              <a:buChar char="l"/>
            </a:pPr>
            <a:r>
              <a:rPr b="1" dirty="0">
                <a:latin typeface="微软雅黑" panose="020B0503020204020204" pitchFamily="34" charset="-122"/>
                <a:ea typeface="微软雅黑" panose="020B0503020204020204" pitchFamily="34" charset="-122"/>
                <a:cs typeface="Lato Light" charset="0"/>
                <a:sym typeface="+mn-ea"/>
              </a:rPr>
              <a:t>说明你如何来行之有效地做市场</a:t>
            </a:r>
          </a:p>
          <a:p>
            <a:pPr marL="285750" indent="-285750" algn="l">
              <a:lnSpc>
                <a:spcPct val="190000"/>
              </a:lnSpc>
              <a:buFont typeface="Wingdings" panose="05000000000000000000" charset="0"/>
              <a:buChar char="l"/>
            </a:pPr>
            <a:r>
              <a:rPr b="1" dirty="0">
                <a:latin typeface="微软雅黑" panose="020B0503020204020204" pitchFamily="34" charset="-122"/>
                <a:ea typeface="微软雅黑" panose="020B0503020204020204" pitchFamily="34" charset="-122"/>
                <a:cs typeface="Lato Light" charset="0"/>
                <a:sym typeface="+mn-ea"/>
              </a:rPr>
              <a:t>行业分析</a:t>
            </a:r>
            <a:r>
              <a:rPr 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Lato Light" charset="0"/>
                <a:sym typeface="+mn-ea"/>
              </a:rPr>
              <a:t>：</a:t>
            </a:r>
            <a:r>
              <a:rPr b="1" dirty="0">
                <a:latin typeface="微软雅黑" panose="020B0503020204020204" pitchFamily="34" charset="-122"/>
                <a:ea typeface="微软雅黑" panose="020B0503020204020204" pitchFamily="34" charset="-122"/>
                <a:cs typeface="Lato Light" charset="0"/>
                <a:sym typeface="+mn-ea"/>
              </a:rPr>
              <a:t>突出对行业的理解和认知，不是简单的罗列数据</a:t>
            </a:r>
            <a:r>
              <a:rPr 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Lato Light" charset="0"/>
                <a:sym typeface="+mn-ea"/>
              </a:rPr>
              <a:t>（着重在微观市场，目标群体聚焦，数据越详细越好）</a:t>
            </a:r>
            <a:endParaRPr b="1" dirty="0">
              <a:latin typeface="微软雅黑" panose="020B0503020204020204" pitchFamily="34" charset="-122"/>
              <a:ea typeface="微软雅黑" panose="020B0503020204020204" pitchFamily="34" charset="-122"/>
              <a:cs typeface="Lato Light" charset="0"/>
              <a:sym typeface="+mn-ea"/>
            </a:endParaRPr>
          </a:p>
          <a:p>
            <a:pPr marL="285750" indent="-285750" algn="l">
              <a:lnSpc>
                <a:spcPct val="190000"/>
              </a:lnSpc>
              <a:buFont typeface="Wingdings" panose="05000000000000000000" charset="0"/>
              <a:buChar char="l"/>
            </a:pPr>
            <a:endParaRPr lang="zh-CN" altLang="en-US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ato Light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bldLvl="0" animBg="1"/>
      <p:bldP spid="30" grpId="0" bldLvl="0" animBg="1"/>
      <p:bldP spid="20" grpId="0" bldLvl="0" animBg="1"/>
      <p:bldP spid="18" grpId="0" bldLvl="0" animBg="1"/>
      <p:bldP spid="3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3"/>
          </p:nvPr>
        </p:nvSpPr>
        <p:spPr>
          <a:xfrm>
            <a:off x="1162050" y="516839"/>
            <a:ext cx="4737100" cy="469900"/>
          </a:xfrm>
        </p:spPr>
        <p:txBody>
          <a:bodyPr/>
          <a:lstStyle/>
          <a:p>
            <a:r>
              <a:rPr lang="zh-CN" dirty="0">
                <a:solidFill>
                  <a:schemeClr val="tx1"/>
                </a:solidFill>
              </a:rPr>
              <a:t>潜在</a:t>
            </a:r>
            <a:r>
              <a:rPr dirty="0">
                <a:solidFill>
                  <a:schemeClr val="tx1"/>
                </a:solidFill>
              </a:rPr>
              <a:t>竞争对手</a:t>
            </a:r>
            <a:r>
              <a:rPr lang="zh-CN" dirty="0">
                <a:solidFill>
                  <a:schemeClr val="tx1"/>
                </a:solidFill>
              </a:rPr>
              <a:t>如何分析？</a:t>
            </a:r>
          </a:p>
        </p:txBody>
      </p:sp>
      <p:sp>
        <p:nvSpPr>
          <p:cNvPr id="25" name="同心圆 138"/>
          <p:cNvSpPr/>
          <p:nvPr/>
        </p:nvSpPr>
        <p:spPr>
          <a:xfrm>
            <a:off x="1034479" y="2232469"/>
            <a:ext cx="1610332" cy="1609190"/>
          </a:xfrm>
          <a:prstGeom prst="donut">
            <a:avLst>
              <a:gd name="adj" fmla="val 4879"/>
            </a:avLst>
          </a:prstGeom>
          <a:gradFill flip="none" rotWithShape="1">
            <a:gsLst>
              <a:gs pos="100000">
                <a:srgbClr val="FCFCFC"/>
              </a:gs>
              <a:gs pos="0">
                <a:srgbClr val="CCCCCC"/>
              </a:gs>
            </a:gsLst>
            <a:lin ang="7200000" scaled="0"/>
            <a:tileRect/>
          </a:gradFill>
          <a:ln w="9525">
            <a:gradFill>
              <a:gsLst>
                <a:gs pos="89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7200000" scaled="0"/>
            </a:gradFill>
          </a:ln>
          <a:effectLst>
            <a:outerShdw blurRad="114300" dist="63500" dir="6600000" sx="101000" sy="101000" algn="tr" rotWithShape="0">
              <a:srgbClr val="4A97BE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36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1209085" y="2250560"/>
            <a:ext cx="1566811" cy="1565699"/>
          </a:xfrm>
          <a:prstGeom prst="ellipse">
            <a:avLst/>
          </a:prstGeom>
          <a:gradFill flip="none" rotWithShape="1">
            <a:gsLst>
              <a:gs pos="100000">
                <a:srgbClr val="FCFCFC"/>
              </a:gs>
              <a:gs pos="0">
                <a:srgbClr val="CCCCCC"/>
              </a:gs>
            </a:gsLst>
            <a:lin ang="7200000" scaled="0"/>
            <a:tileRect/>
          </a:gradFill>
          <a:ln w="9525">
            <a:gradFill>
              <a:gsLst>
                <a:gs pos="89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7200000" scaled="0"/>
            </a:gradFill>
          </a:ln>
          <a:effectLst>
            <a:outerShdw blurRad="114300" dist="63500" dir="6600000" sx="101000" sy="101000" algn="tr" rotWithShape="0">
              <a:srgbClr val="4A97BE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36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20" name="椭圆 19"/>
          <p:cNvSpPr/>
          <p:nvPr/>
        </p:nvSpPr>
        <p:spPr>
          <a:xfrm>
            <a:off x="1230263" y="2428111"/>
            <a:ext cx="1218765" cy="1217900"/>
          </a:xfrm>
          <a:prstGeom prst="ellipse">
            <a:avLst/>
          </a:prstGeom>
          <a:noFill/>
          <a:ln w="22225">
            <a:noFill/>
          </a:ln>
          <a:effectLst>
            <a:outerShdw blurRad="419100" dist="419100" dir="3600000" algn="tl" rotWithShape="0">
              <a:schemeClr val="accent2">
                <a:lumMod val="50000"/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None/>
            </a:pPr>
            <a:endParaRPr lang="zh-CN" altLang="en-US" sz="2400" b="1">
              <a:solidFill>
                <a:schemeClr val="tx1"/>
              </a:solidFill>
              <a:latin typeface="+mn-ea"/>
              <a:cs typeface="+mn-ea"/>
              <a:sym typeface="+mn-lt"/>
            </a:endParaRPr>
          </a:p>
        </p:txBody>
      </p:sp>
      <p:sp>
        <p:nvSpPr>
          <p:cNvPr id="18" name="TextBox 20"/>
          <p:cNvSpPr txBox="1"/>
          <p:nvPr/>
        </p:nvSpPr>
        <p:spPr>
          <a:xfrm>
            <a:off x="1431925" y="2582545"/>
            <a:ext cx="1212850" cy="831215"/>
          </a:xfrm>
          <a:prstGeom prst="rect">
            <a:avLst/>
          </a:prstGeom>
          <a:noFill/>
          <a:ln w="22225"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fontAlgn="base">
              <a:spcBef>
                <a:spcPts val="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None/>
              <a:defRPr sz="2400" b="1">
                <a:solidFill>
                  <a:schemeClr val="accent1"/>
                </a:solidFill>
                <a:latin typeface="+mn-ea"/>
                <a:cs typeface="+mn-ea"/>
              </a:defRPr>
            </a:lvl1pPr>
            <a:lvl2pPr marL="342900" algn="ctr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850" b="1">
                <a:solidFill>
                  <a:schemeClr val="lt1"/>
                </a:solidFill>
              </a:defRPr>
            </a:lvl2pPr>
            <a:lvl3pPr marL="685800" algn="ctr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850" b="1">
                <a:solidFill>
                  <a:schemeClr val="lt1"/>
                </a:solidFill>
              </a:defRPr>
            </a:lvl3pPr>
            <a:lvl4pPr marL="1028700" algn="ctr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850" b="1">
                <a:solidFill>
                  <a:schemeClr val="lt1"/>
                </a:solidFill>
              </a:defRPr>
            </a:lvl4pPr>
            <a:lvl5pPr marL="1371600" algn="ctr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850" b="1">
                <a:solidFill>
                  <a:schemeClr val="lt1"/>
                </a:solidFill>
              </a:defRPr>
            </a:lvl5pPr>
            <a:lvl6pPr marL="1714500" defTabSz="685800">
              <a:defRPr sz="2850" b="1">
                <a:solidFill>
                  <a:schemeClr val="lt1"/>
                </a:solidFill>
              </a:defRPr>
            </a:lvl6pPr>
            <a:lvl7pPr marL="2057400" defTabSz="685800">
              <a:defRPr sz="2850" b="1">
                <a:solidFill>
                  <a:schemeClr val="lt1"/>
                </a:solidFill>
              </a:defRPr>
            </a:lvl7pPr>
            <a:lvl8pPr marL="2400300" defTabSz="685800">
              <a:defRPr sz="2850" b="1">
                <a:solidFill>
                  <a:schemeClr val="lt1"/>
                </a:solidFill>
              </a:defRPr>
            </a:lvl8pPr>
            <a:lvl9pPr marL="2743200" defTabSz="685800">
              <a:defRPr sz="2850" b="1">
                <a:solidFill>
                  <a:schemeClr val="lt1"/>
                </a:solidFill>
              </a:defRPr>
            </a:lvl9pPr>
          </a:lstStyle>
          <a:p>
            <a:r>
              <a:rPr lang="zh-CN" sz="1800" dirty="0">
                <a:solidFill>
                  <a:schemeClr val="tx1"/>
                </a:solidFill>
                <a:sym typeface="+mn-ea"/>
              </a:rPr>
              <a:t>潜在</a:t>
            </a:r>
            <a:r>
              <a:rPr sz="1800" dirty="0">
                <a:solidFill>
                  <a:schemeClr val="tx1"/>
                </a:solidFill>
                <a:sym typeface="+mn-ea"/>
              </a:rPr>
              <a:t>竞争对手</a:t>
            </a:r>
            <a:r>
              <a:rPr lang="zh-CN" sz="1800" dirty="0">
                <a:solidFill>
                  <a:schemeClr val="tx1"/>
                </a:solidFill>
                <a:sym typeface="+mn-ea"/>
              </a:rPr>
              <a:t>如何分析？</a:t>
            </a:r>
            <a:endParaRPr lang="zh-CN" sz="1800" dirty="0">
              <a:solidFill>
                <a:schemeClr val="tx1"/>
              </a:solidFill>
            </a:endParaRPr>
          </a:p>
          <a:p>
            <a:endParaRPr lang="zh-CN" altLang="en-US" sz="1800" dirty="0">
              <a:solidFill>
                <a:schemeClr val="tx1"/>
              </a:solidFill>
              <a:sym typeface="+mn-lt"/>
            </a:endParaRPr>
          </a:p>
        </p:txBody>
      </p:sp>
      <p:sp>
        <p:nvSpPr>
          <p:cNvPr id="37" name="Rectangle 5"/>
          <p:cNvSpPr/>
          <p:nvPr/>
        </p:nvSpPr>
        <p:spPr bwMode="auto">
          <a:xfrm>
            <a:off x="3082925" y="2387600"/>
            <a:ext cx="6942455" cy="392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t"/>
          <a:lstStyle/>
          <a:p>
            <a:pPr marL="285750" indent="-285750" algn="l">
              <a:lnSpc>
                <a:spcPct val="180000"/>
              </a:lnSpc>
              <a:buFont typeface="Wingdings" panose="05000000000000000000" charset="0"/>
              <a:buChar char="l"/>
            </a:pPr>
            <a:r>
              <a:rPr b="1" dirty="0">
                <a:sym typeface="+mn-ea"/>
              </a:rPr>
              <a:t>竞品：可以比较各自的优势，分析战胜他们的策略。</a:t>
            </a:r>
          </a:p>
          <a:p>
            <a:pPr marL="285750" indent="-285750" algn="l">
              <a:lnSpc>
                <a:spcPct val="180000"/>
              </a:lnSpc>
              <a:buFont typeface="Wingdings" panose="05000000000000000000" charset="0"/>
              <a:buChar char="l"/>
            </a:pP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Light" charset="0"/>
                <a:sym typeface="+mn-ea"/>
              </a:rPr>
              <a:t>核心竞争力：为什么这件事情你能做，而别人不能做?突出自己的亮点。只要有一点比对方亮就行。</a:t>
            </a:r>
          </a:p>
          <a:p>
            <a:pPr marL="285750" indent="-285750" algn="l">
              <a:lnSpc>
                <a:spcPct val="180000"/>
              </a:lnSpc>
              <a:buFont typeface="Wingdings" panose="05000000000000000000" charset="0"/>
              <a:buChar char="l"/>
            </a:pP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Light" charset="0"/>
                <a:sym typeface="+mn-ea"/>
              </a:rPr>
              <a:t>渠道优势</a:t>
            </a:r>
          </a:p>
          <a:p>
            <a:pPr marL="285750" indent="-285750" algn="l">
              <a:lnSpc>
                <a:spcPct val="180000"/>
              </a:lnSpc>
              <a:buFont typeface="Wingdings" panose="05000000000000000000" charset="0"/>
              <a:buChar char="l"/>
            </a:pP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Light" charset="0"/>
                <a:sym typeface="+mn-ea"/>
              </a:rPr>
              <a:t>差异化</a:t>
            </a:r>
            <a:r>
              <a:rPr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Light" charset="0"/>
                <a:sym typeface="+mn-ea"/>
              </a:rPr>
              <a:t>: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Light" charset="0"/>
                <a:sym typeface="+mn-ea"/>
              </a:rPr>
              <a:t>集中在一个点上</a:t>
            </a:r>
          </a:p>
          <a:p>
            <a:pPr marL="285750" indent="-285750" algn="l">
              <a:lnSpc>
                <a:spcPct val="180000"/>
              </a:lnSpc>
              <a:buFont typeface="Wingdings" panose="05000000000000000000" charset="0"/>
              <a:buChar char="l"/>
            </a:pP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Light" charset="0"/>
                <a:sym typeface="+mn-ea"/>
              </a:rPr>
              <a:t>竞争壁垒：抄袭难度大小（技术壁垒</a:t>
            </a:r>
            <a:r>
              <a:rPr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Light" charset="0"/>
                <a:sym typeface="+mn-ea"/>
              </a:rPr>
              <a:t>&gt;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Light" charset="0"/>
                <a:sym typeface="+mn-ea"/>
              </a:rPr>
              <a:t>资源壁垒）</a:t>
            </a:r>
          </a:p>
          <a:p>
            <a:pPr indent="0" algn="l">
              <a:lnSpc>
                <a:spcPct val="150000"/>
              </a:lnSpc>
              <a:buFont typeface="Wingdings" panose="05000000000000000000" charset="0"/>
              <a:buNone/>
            </a:pPr>
            <a:endParaRPr lang="zh-CN" altLang="en-US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ato Light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bldLvl="0" animBg="1"/>
      <p:bldP spid="30" grpId="0" bldLvl="0" animBg="1"/>
      <p:bldP spid="20" grpId="0" bldLvl="0" animBg="1"/>
      <p:bldP spid="18" grpId="0" bldLvl="0" animBg="1"/>
      <p:bldP spid="3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3"/>
          </p:nvPr>
        </p:nvSpPr>
        <p:spPr>
          <a:xfrm>
            <a:off x="1162050" y="516839"/>
            <a:ext cx="4737100" cy="469900"/>
          </a:xfrm>
        </p:spPr>
        <p:txBody>
          <a:bodyPr/>
          <a:lstStyle/>
          <a:p>
            <a:r>
              <a:rPr lang="zh-CN" dirty="0">
                <a:solidFill>
                  <a:schemeClr val="tx1"/>
                </a:solidFill>
              </a:rPr>
              <a:t>财务预测和计划</a:t>
            </a:r>
          </a:p>
        </p:txBody>
      </p:sp>
      <p:sp>
        <p:nvSpPr>
          <p:cNvPr id="25" name="同心圆 138"/>
          <p:cNvSpPr/>
          <p:nvPr/>
        </p:nvSpPr>
        <p:spPr>
          <a:xfrm>
            <a:off x="1034479" y="2232469"/>
            <a:ext cx="1610332" cy="1609190"/>
          </a:xfrm>
          <a:prstGeom prst="donut">
            <a:avLst>
              <a:gd name="adj" fmla="val 4879"/>
            </a:avLst>
          </a:prstGeom>
          <a:gradFill flip="none" rotWithShape="1">
            <a:gsLst>
              <a:gs pos="100000">
                <a:srgbClr val="FCFCFC"/>
              </a:gs>
              <a:gs pos="0">
                <a:srgbClr val="CCCCCC"/>
              </a:gs>
            </a:gsLst>
            <a:lin ang="7200000" scaled="0"/>
            <a:tileRect/>
          </a:gradFill>
          <a:ln w="9525">
            <a:gradFill>
              <a:gsLst>
                <a:gs pos="89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7200000" scaled="0"/>
            </a:gradFill>
          </a:ln>
          <a:effectLst>
            <a:outerShdw blurRad="114300" dist="63500" dir="6600000" sx="101000" sy="101000" algn="tr" rotWithShape="0">
              <a:srgbClr val="4A97BE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36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1209085" y="2250560"/>
            <a:ext cx="1566811" cy="1565699"/>
          </a:xfrm>
          <a:prstGeom prst="ellipse">
            <a:avLst/>
          </a:prstGeom>
          <a:gradFill flip="none" rotWithShape="1">
            <a:gsLst>
              <a:gs pos="100000">
                <a:srgbClr val="FCFCFC"/>
              </a:gs>
              <a:gs pos="0">
                <a:srgbClr val="CCCCCC"/>
              </a:gs>
            </a:gsLst>
            <a:lin ang="7200000" scaled="0"/>
            <a:tileRect/>
          </a:gradFill>
          <a:ln w="9525">
            <a:gradFill>
              <a:gsLst>
                <a:gs pos="89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7200000" scaled="0"/>
            </a:gradFill>
          </a:ln>
          <a:effectLst>
            <a:outerShdw blurRad="114300" dist="63500" dir="6600000" sx="101000" sy="101000" algn="tr" rotWithShape="0">
              <a:srgbClr val="4A97BE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36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20" name="椭圆 19"/>
          <p:cNvSpPr/>
          <p:nvPr/>
        </p:nvSpPr>
        <p:spPr>
          <a:xfrm>
            <a:off x="1230263" y="2428111"/>
            <a:ext cx="1218765" cy="1217900"/>
          </a:xfrm>
          <a:prstGeom prst="ellipse">
            <a:avLst/>
          </a:prstGeom>
          <a:noFill/>
          <a:ln w="22225">
            <a:noFill/>
          </a:ln>
          <a:effectLst>
            <a:outerShdw blurRad="419100" dist="419100" dir="3600000" algn="tl" rotWithShape="0">
              <a:schemeClr val="accent2">
                <a:lumMod val="50000"/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None/>
            </a:pPr>
            <a:endParaRPr lang="zh-CN" altLang="en-US" sz="2400" b="1">
              <a:solidFill>
                <a:schemeClr val="tx1"/>
              </a:solidFill>
              <a:latin typeface="+mn-ea"/>
              <a:cs typeface="+mn-ea"/>
              <a:sym typeface="+mn-lt"/>
            </a:endParaRPr>
          </a:p>
        </p:txBody>
      </p:sp>
      <p:sp>
        <p:nvSpPr>
          <p:cNvPr id="18" name="TextBox 20"/>
          <p:cNvSpPr txBox="1"/>
          <p:nvPr/>
        </p:nvSpPr>
        <p:spPr>
          <a:xfrm>
            <a:off x="1431925" y="2582545"/>
            <a:ext cx="1212850" cy="831215"/>
          </a:xfrm>
          <a:prstGeom prst="rect">
            <a:avLst/>
          </a:prstGeom>
          <a:noFill/>
          <a:ln w="22225"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fontAlgn="base">
              <a:spcBef>
                <a:spcPts val="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None/>
              <a:defRPr sz="2400" b="1">
                <a:solidFill>
                  <a:schemeClr val="accent1"/>
                </a:solidFill>
                <a:latin typeface="+mn-ea"/>
                <a:cs typeface="+mn-ea"/>
              </a:defRPr>
            </a:lvl1pPr>
            <a:lvl2pPr marL="342900" algn="ctr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850" b="1">
                <a:solidFill>
                  <a:schemeClr val="lt1"/>
                </a:solidFill>
              </a:defRPr>
            </a:lvl2pPr>
            <a:lvl3pPr marL="685800" algn="ctr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850" b="1">
                <a:solidFill>
                  <a:schemeClr val="lt1"/>
                </a:solidFill>
              </a:defRPr>
            </a:lvl3pPr>
            <a:lvl4pPr marL="1028700" algn="ctr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850" b="1">
                <a:solidFill>
                  <a:schemeClr val="lt1"/>
                </a:solidFill>
              </a:defRPr>
            </a:lvl4pPr>
            <a:lvl5pPr marL="1371600" algn="ctr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850" b="1">
                <a:solidFill>
                  <a:schemeClr val="lt1"/>
                </a:solidFill>
              </a:defRPr>
            </a:lvl5pPr>
            <a:lvl6pPr marL="1714500" defTabSz="685800">
              <a:defRPr sz="2850" b="1">
                <a:solidFill>
                  <a:schemeClr val="lt1"/>
                </a:solidFill>
              </a:defRPr>
            </a:lvl6pPr>
            <a:lvl7pPr marL="2057400" defTabSz="685800">
              <a:defRPr sz="2850" b="1">
                <a:solidFill>
                  <a:schemeClr val="lt1"/>
                </a:solidFill>
              </a:defRPr>
            </a:lvl7pPr>
            <a:lvl8pPr marL="2400300" defTabSz="685800">
              <a:defRPr sz="2850" b="1">
                <a:solidFill>
                  <a:schemeClr val="lt1"/>
                </a:solidFill>
              </a:defRPr>
            </a:lvl8pPr>
            <a:lvl9pPr marL="2743200" defTabSz="685800">
              <a:defRPr sz="2850" b="1">
                <a:solidFill>
                  <a:schemeClr val="lt1"/>
                </a:solidFill>
              </a:defRPr>
            </a:lvl9pPr>
          </a:lstStyle>
          <a:p>
            <a:r>
              <a:rPr lang="zh-CN" sz="1800" dirty="0">
                <a:solidFill>
                  <a:schemeClr val="tx1"/>
                </a:solidFill>
                <a:sym typeface="+mn-ea"/>
              </a:rPr>
              <a:t>财务预测和计划</a:t>
            </a:r>
            <a:endParaRPr lang="zh-CN" altLang="en-US" sz="1800" dirty="0">
              <a:solidFill>
                <a:schemeClr val="tx1"/>
              </a:solidFill>
              <a:sym typeface="+mn-lt"/>
            </a:endParaRPr>
          </a:p>
        </p:txBody>
      </p:sp>
      <p:sp>
        <p:nvSpPr>
          <p:cNvPr id="37" name="Rectangle 5"/>
          <p:cNvSpPr/>
          <p:nvPr/>
        </p:nvSpPr>
        <p:spPr bwMode="auto">
          <a:xfrm>
            <a:off x="3082925" y="2387600"/>
            <a:ext cx="6942455" cy="392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t"/>
          <a:lstStyle/>
          <a:p>
            <a:pPr marL="285750" indent="-285750" algn="l">
              <a:lnSpc>
                <a:spcPct val="190000"/>
              </a:lnSpc>
              <a:buFont typeface="Wingdings" panose="05000000000000000000" charset="0"/>
              <a:buChar char="l"/>
            </a:pP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Light" charset="0"/>
                <a:sym typeface="+mn-ea"/>
              </a:rPr>
              <a:t>短期需要多少钱？花在哪里？详细说明（固定成本和变动成本）</a:t>
            </a:r>
          </a:p>
          <a:p>
            <a:pPr marL="285750" indent="-285750" algn="l">
              <a:lnSpc>
                <a:spcPct val="190000"/>
              </a:lnSpc>
              <a:buFont typeface="Wingdings" panose="05000000000000000000" charset="0"/>
              <a:buChar char="l"/>
            </a:pP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Light" charset="0"/>
                <a:sym typeface="+mn-ea"/>
              </a:rPr>
              <a:t>避免夸大收入</a:t>
            </a:r>
          </a:p>
          <a:p>
            <a:pPr marL="285750" indent="-285750" algn="l">
              <a:lnSpc>
                <a:spcPct val="190000"/>
              </a:lnSpc>
              <a:buFont typeface="Wingdings" panose="05000000000000000000" charset="0"/>
              <a:buChar char="l"/>
            </a:pP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Light" charset="0"/>
                <a:sym typeface="+mn-ea"/>
              </a:rPr>
              <a:t>回报周期？</a:t>
            </a:r>
          </a:p>
          <a:p>
            <a:pPr marL="285750" indent="-285750" algn="l">
              <a:lnSpc>
                <a:spcPct val="190000"/>
              </a:lnSpc>
              <a:buFont typeface="Wingdings" panose="05000000000000000000" charset="0"/>
              <a:buChar char="l"/>
            </a:pP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Light" charset="0"/>
                <a:sym typeface="+mn-ea"/>
              </a:rPr>
              <a:t>投资回报率？（</a:t>
            </a:r>
            <a:r>
              <a:rPr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Light" charset="0"/>
                <a:sym typeface="+mn-ea"/>
              </a:rPr>
              <a:t>3-5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Light" charset="0"/>
                <a:sym typeface="+mn-ea"/>
              </a:rPr>
              <a:t>年）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charset="0"/>
              <a:buChar char="l"/>
            </a:pPr>
            <a:endParaRPr lang="zh-CN" altLang="en-US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ato Light" charset="0"/>
              <a:sym typeface="+mn-ea"/>
            </a:endParaRPr>
          </a:p>
          <a:p>
            <a:pPr marL="285750" indent="-285750" algn="l">
              <a:lnSpc>
                <a:spcPct val="150000"/>
              </a:lnSpc>
              <a:buFont typeface="Wingdings" panose="05000000000000000000" charset="0"/>
              <a:buChar char="l"/>
            </a:pPr>
            <a:endParaRPr lang="zh-CN" altLang="en-US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ato Light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bldLvl="0" animBg="1"/>
      <p:bldP spid="30" grpId="0" bldLvl="0" animBg="1"/>
      <p:bldP spid="20" grpId="0" bldLvl="0" animBg="1"/>
      <p:bldP spid="18" grpId="0" bldLvl="0" animBg="1"/>
      <p:bldP spid="3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3"/>
          </p:nvPr>
        </p:nvSpPr>
        <p:spPr>
          <a:xfrm>
            <a:off x="1162050" y="516839"/>
            <a:ext cx="4737100" cy="469900"/>
          </a:xfrm>
        </p:spPr>
        <p:txBody>
          <a:bodyPr/>
          <a:lstStyle/>
          <a:p>
            <a:r>
              <a:rPr lang="zh-CN" dirty="0">
                <a:solidFill>
                  <a:schemeClr val="tx1"/>
                </a:solidFill>
              </a:rPr>
              <a:t>任务分配（</a:t>
            </a:r>
            <a:r>
              <a:rPr lang="en-US" altLang="zh-CN" dirty="0">
                <a:solidFill>
                  <a:schemeClr val="tx1"/>
                </a:solidFill>
              </a:rPr>
              <a:t>word&amp;ppt</a:t>
            </a:r>
            <a:r>
              <a:rPr lang="zh-CN" dirty="0">
                <a:solidFill>
                  <a:schemeClr val="tx1"/>
                </a:solidFill>
              </a:rPr>
              <a:t>）</a:t>
            </a:r>
          </a:p>
        </p:txBody>
      </p:sp>
      <p:sp>
        <p:nvSpPr>
          <p:cNvPr id="25" name="同心圆 138"/>
          <p:cNvSpPr/>
          <p:nvPr/>
        </p:nvSpPr>
        <p:spPr>
          <a:xfrm>
            <a:off x="1034479" y="2232469"/>
            <a:ext cx="1610332" cy="1609190"/>
          </a:xfrm>
          <a:prstGeom prst="donut">
            <a:avLst>
              <a:gd name="adj" fmla="val 4879"/>
            </a:avLst>
          </a:prstGeom>
          <a:gradFill flip="none" rotWithShape="1">
            <a:gsLst>
              <a:gs pos="100000">
                <a:srgbClr val="FCFCFC"/>
              </a:gs>
              <a:gs pos="0">
                <a:srgbClr val="CCCCCC"/>
              </a:gs>
            </a:gsLst>
            <a:lin ang="7200000" scaled="0"/>
            <a:tileRect/>
          </a:gradFill>
          <a:ln w="9525">
            <a:gradFill>
              <a:gsLst>
                <a:gs pos="89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7200000" scaled="0"/>
            </a:gradFill>
          </a:ln>
          <a:effectLst>
            <a:outerShdw blurRad="114300" dist="63500" dir="6600000" sx="101000" sy="101000" algn="tr" rotWithShape="0">
              <a:srgbClr val="4A97BE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36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1209085" y="2250560"/>
            <a:ext cx="1566811" cy="1565699"/>
          </a:xfrm>
          <a:prstGeom prst="ellipse">
            <a:avLst/>
          </a:prstGeom>
          <a:gradFill flip="none" rotWithShape="1">
            <a:gsLst>
              <a:gs pos="100000">
                <a:srgbClr val="FCFCFC"/>
              </a:gs>
              <a:gs pos="0">
                <a:srgbClr val="CCCCCC"/>
              </a:gs>
            </a:gsLst>
            <a:lin ang="7200000" scaled="0"/>
            <a:tileRect/>
          </a:gradFill>
          <a:ln w="9525">
            <a:gradFill>
              <a:gsLst>
                <a:gs pos="89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7200000" scaled="0"/>
            </a:gradFill>
          </a:ln>
          <a:effectLst>
            <a:outerShdw blurRad="114300" dist="63500" dir="6600000" sx="101000" sy="101000" algn="tr" rotWithShape="0">
              <a:srgbClr val="4A97BE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36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20" name="椭圆 19"/>
          <p:cNvSpPr/>
          <p:nvPr/>
        </p:nvSpPr>
        <p:spPr>
          <a:xfrm>
            <a:off x="1230263" y="2428111"/>
            <a:ext cx="1218765" cy="1217900"/>
          </a:xfrm>
          <a:prstGeom prst="ellipse">
            <a:avLst/>
          </a:prstGeom>
          <a:noFill/>
          <a:ln w="22225">
            <a:noFill/>
          </a:ln>
          <a:effectLst>
            <a:outerShdw blurRad="419100" dist="419100" dir="3600000" algn="tl" rotWithShape="0">
              <a:schemeClr val="accent2">
                <a:lumMod val="50000"/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None/>
            </a:pPr>
            <a:endParaRPr lang="zh-CN" altLang="en-US" sz="2400" b="1">
              <a:solidFill>
                <a:schemeClr val="tx1"/>
              </a:solidFill>
              <a:latin typeface="+mn-ea"/>
              <a:cs typeface="+mn-ea"/>
              <a:sym typeface="+mn-lt"/>
            </a:endParaRPr>
          </a:p>
        </p:txBody>
      </p:sp>
      <p:sp>
        <p:nvSpPr>
          <p:cNvPr id="18" name="TextBox 20"/>
          <p:cNvSpPr txBox="1"/>
          <p:nvPr/>
        </p:nvSpPr>
        <p:spPr>
          <a:xfrm>
            <a:off x="1431925" y="2582545"/>
            <a:ext cx="1212850" cy="831215"/>
          </a:xfrm>
          <a:prstGeom prst="rect">
            <a:avLst/>
          </a:prstGeom>
          <a:noFill/>
          <a:ln w="22225"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fontAlgn="base">
              <a:spcBef>
                <a:spcPts val="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None/>
              <a:defRPr sz="2400" b="1">
                <a:solidFill>
                  <a:schemeClr val="accent1"/>
                </a:solidFill>
                <a:latin typeface="+mn-ea"/>
                <a:cs typeface="+mn-ea"/>
              </a:defRPr>
            </a:lvl1pPr>
            <a:lvl2pPr marL="342900" algn="ctr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850" b="1">
                <a:solidFill>
                  <a:schemeClr val="lt1"/>
                </a:solidFill>
              </a:defRPr>
            </a:lvl2pPr>
            <a:lvl3pPr marL="685800" algn="ctr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850" b="1">
                <a:solidFill>
                  <a:schemeClr val="lt1"/>
                </a:solidFill>
              </a:defRPr>
            </a:lvl3pPr>
            <a:lvl4pPr marL="1028700" algn="ctr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850" b="1">
                <a:solidFill>
                  <a:schemeClr val="lt1"/>
                </a:solidFill>
              </a:defRPr>
            </a:lvl4pPr>
            <a:lvl5pPr marL="1371600" algn="ctr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850" b="1">
                <a:solidFill>
                  <a:schemeClr val="lt1"/>
                </a:solidFill>
              </a:defRPr>
            </a:lvl5pPr>
            <a:lvl6pPr marL="1714500" defTabSz="685800">
              <a:defRPr sz="2850" b="1">
                <a:solidFill>
                  <a:schemeClr val="lt1"/>
                </a:solidFill>
              </a:defRPr>
            </a:lvl6pPr>
            <a:lvl7pPr marL="2057400" defTabSz="685800">
              <a:defRPr sz="2850" b="1">
                <a:solidFill>
                  <a:schemeClr val="lt1"/>
                </a:solidFill>
              </a:defRPr>
            </a:lvl7pPr>
            <a:lvl8pPr marL="2400300" defTabSz="685800">
              <a:defRPr sz="2850" b="1">
                <a:solidFill>
                  <a:schemeClr val="lt1"/>
                </a:solidFill>
              </a:defRPr>
            </a:lvl8pPr>
            <a:lvl9pPr marL="2743200" defTabSz="685800">
              <a:defRPr sz="2850" b="1">
                <a:solidFill>
                  <a:schemeClr val="lt1"/>
                </a:solidFill>
              </a:defRPr>
            </a:lvl9pPr>
          </a:lstStyle>
          <a:p>
            <a:r>
              <a:rPr lang="zh-CN" sz="1800" dirty="0">
                <a:solidFill>
                  <a:schemeClr val="tx1"/>
                </a:solidFill>
                <a:sym typeface="+mn-ea"/>
              </a:rPr>
              <a:t>任务分配</a:t>
            </a:r>
            <a:endParaRPr lang="zh-CN" altLang="en-US" sz="1800" dirty="0">
              <a:solidFill>
                <a:schemeClr val="tx1"/>
              </a:solidFill>
              <a:sym typeface="+mn-lt"/>
            </a:endParaRPr>
          </a:p>
        </p:txBody>
      </p:sp>
      <p:sp>
        <p:nvSpPr>
          <p:cNvPr id="37" name="Rectangle 5"/>
          <p:cNvSpPr/>
          <p:nvPr/>
        </p:nvSpPr>
        <p:spPr bwMode="auto">
          <a:xfrm>
            <a:off x="3121025" y="986790"/>
            <a:ext cx="9070975" cy="56591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t"/>
          <a:lstStyle/>
          <a:p>
            <a:pPr>
              <a:lnSpc>
                <a:spcPct val="150000"/>
              </a:lnSpc>
            </a:pPr>
            <a:r>
              <a:rPr lang="zh-CN" altLang="en-US" b="1" smtClean="0">
                <a:sym typeface="+mn-ea"/>
              </a:rPr>
              <a:t>一、项目背景（</a:t>
            </a:r>
            <a:r>
              <a:rPr lang="en-US" altLang="zh-CN" b="1" smtClean="0">
                <a:sym typeface="+mn-ea"/>
              </a:rPr>
              <a:t>1</a:t>
            </a:r>
            <a:r>
              <a:rPr lang="zh-CN" altLang="en-US" b="1" smtClean="0">
                <a:sym typeface="+mn-ea"/>
              </a:rPr>
              <a:t>人）</a:t>
            </a:r>
            <a:endParaRPr lang="en-US" altLang="zh-CN" b="1" smtClean="0"/>
          </a:p>
          <a:p>
            <a:pPr>
              <a:lnSpc>
                <a:spcPct val="150000"/>
              </a:lnSpc>
            </a:pPr>
            <a:r>
              <a:rPr lang="en-US" altLang="zh-CN" smtClean="0">
                <a:sym typeface="+mn-ea"/>
              </a:rPr>
              <a:t>1.</a:t>
            </a:r>
            <a:r>
              <a:rPr lang="zh-CN" altLang="en-US" smtClean="0">
                <a:sym typeface="+mn-ea"/>
              </a:rPr>
              <a:t>本</a:t>
            </a:r>
            <a:r>
              <a:rPr lang="zh-CN" altLang="en-US">
                <a:sym typeface="+mn-ea"/>
              </a:rPr>
              <a:t>项目研究的</a:t>
            </a:r>
            <a:r>
              <a:rPr lang="zh-CN" altLang="en-US" b="1">
                <a:solidFill>
                  <a:srgbClr val="FF0000"/>
                </a:solidFill>
                <a:sym typeface="+mn-ea"/>
              </a:rPr>
              <a:t>目的、意义和必要性</a:t>
            </a:r>
            <a:r>
              <a:rPr lang="zh-CN" altLang="en-US" smtClean="0">
                <a:sym typeface="+mn-ea"/>
              </a:rPr>
              <a:t>;</a:t>
            </a:r>
            <a:endParaRPr lang="en-US" altLang="zh-CN" smtClean="0"/>
          </a:p>
          <a:p>
            <a:pPr>
              <a:lnSpc>
                <a:spcPct val="150000"/>
              </a:lnSpc>
            </a:pPr>
            <a:r>
              <a:rPr lang="en-US" altLang="zh-CN" smtClean="0">
                <a:sym typeface="+mn-ea"/>
              </a:rPr>
              <a:t>2.</a:t>
            </a:r>
            <a:r>
              <a:rPr lang="zh-CN" altLang="en-US" smtClean="0">
                <a:sym typeface="+mn-ea"/>
              </a:rPr>
              <a:t>项目</a:t>
            </a:r>
            <a:r>
              <a:rPr lang="zh-CN" altLang="en-US">
                <a:sym typeface="+mn-ea"/>
              </a:rPr>
              <a:t>产品的</a:t>
            </a:r>
            <a:r>
              <a:rPr lang="zh-CN" altLang="en-US" b="1">
                <a:solidFill>
                  <a:srgbClr val="FF0000"/>
                </a:solidFill>
                <a:sym typeface="+mn-ea"/>
              </a:rPr>
              <a:t>定性描述</a:t>
            </a:r>
            <a:r>
              <a:rPr lang="zh-CN" altLang="en-US">
                <a:sym typeface="+mn-ea"/>
              </a:rPr>
              <a:t>、</a:t>
            </a:r>
            <a:r>
              <a:rPr lang="zh-CN" altLang="en-US" b="1">
                <a:solidFill>
                  <a:srgbClr val="FF0000"/>
                </a:solidFill>
                <a:sym typeface="+mn-ea"/>
              </a:rPr>
              <a:t>主要用途及市场前景</a:t>
            </a:r>
            <a:r>
              <a:rPr lang="zh-CN" altLang="en-US" smtClean="0">
                <a:sym typeface="+mn-ea"/>
              </a:rPr>
              <a:t>;</a:t>
            </a:r>
            <a:r>
              <a:rPr lang="en-US" altLang="zh-CN" b="1" u="sng" smtClean="0">
                <a:sym typeface="+mn-ea"/>
              </a:rPr>
              <a:t>(</a:t>
            </a:r>
            <a:r>
              <a:rPr lang="zh-CN" altLang="en-US" b="1" u="sng" smtClean="0">
                <a:sym typeface="+mn-ea"/>
              </a:rPr>
              <a:t>详细</a:t>
            </a:r>
            <a:r>
              <a:rPr lang="en-US" altLang="zh-CN" b="1" u="sng" smtClean="0">
                <a:sym typeface="+mn-ea"/>
              </a:rPr>
              <a:t>)</a:t>
            </a:r>
            <a:endParaRPr lang="en-US" altLang="zh-CN" smtClean="0"/>
          </a:p>
          <a:p>
            <a:pPr>
              <a:lnSpc>
                <a:spcPct val="150000"/>
              </a:lnSpc>
            </a:pPr>
            <a:r>
              <a:rPr lang="en-US" altLang="zh-CN" smtClean="0">
                <a:sym typeface="+mn-ea"/>
              </a:rPr>
              <a:t>3.</a:t>
            </a:r>
            <a:r>
              <a:rPr lang="zh-CN" altLang="en-US" smtClean="0">
                <a:sym typeface="+mn-ea"/>
              </a:rPr>
              <a:t>项目</a:t>
            </a:r>
            <a:r>
              <a:rPr lang="zh-CN" altLang="en-US">
                <a:sym typeface="+mn-ea"/>
              </a:rPr>
              <a:t>研究</a:t>
            </a:r>
            <a:r>
              <a:rPr lang="zh-CN" altLang="en-US" b="1">
                <a:solidFill>
                  <a:srgbClr val="FF0000"/>
                </a:solidFill>
                <a:sym typeface="+mn-ea"/>
              </a:rPr>
              <a:t>现有起点科技水平</a:t>
            </a:r>
            <a:r>
              <a:rPr lang="zh-CN" altLang="en-US">
                <a:sym typeface="+mn-ea"/>
              </a:rPr>
              <a:t>及已存在的知识产权</a:t>
            </a:r>
            <a:r>
              <a:rPr lang="zh-CN" altLang="en-US" smtClean="0">
                <a:sym typeface="+mn-ea"/>
              </a:rPr>
              <a:t>情况</a:t>
            </a:r>
            <a:r>
              <a:rPr lang="en-US" altLang="zh-CN" smtClean="0">
                <a:sym typeface="+mn-ea"/>
              </a:rPr>
              <a:t>;</a:t>
            </a:r>
            <a:endParaRPr lang="en-US" altLang="zh-CN" smtClean="0"/>
          </a:p>
          <a:p>
            <a:pPr>
              <a:lnSpc>
                <a:spcPct val="150000"/>
              </a:lnSpc>
            </a:pPr>
            <a:r>
              <a:rPr lang="zh-CN" altLang="en-US" b="1" smtClean="0">
                <a:sym typeface="+mn-ea"/>
              </a:rPr>
              <a:t>二、项目内容（</a:t>
            </a:r>
            <a:r>
              <a:rPr lang="en-US" altLang="zh-CN" b="1" smtClean="0">
                <a:sym typeface="+mn-ea"/>
              </a:rPr>
              <a:t>2</a:t>
            </a:r>
            <a:r>
              <a:rPr lang="zh-CN" altLang="en-US" b="1" smtClean="0">
                <a:sym typeface="+mn-ea"/>
              </a:rPr>
              <a:t>人）</a:t>
            </a:r>
            <a:endParaRPr lang="en-US" altLang="zh-CN" b="1" smtClean="0"/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en-US" altLang="zh-CN" smtClean="0">
                <a:sym typeface="+mn-ea"/>
              </a:rPr>
              <a:t>1.</a:t>
            </a:r>
            <a:r>
              <a:rPr lang="zh-CN" altLang="en-US" smtClean="0">
                <a:sym typeface="+mn-ea"/>
              </a:rPr>
              <a:t>具体</a:t>
            </a:r>
            <a:r>
              <a:rPr lang="zh-CN" altLang="en-US">
                <a:sym typeface="+mn-ea"/>
              </a:rPr>
              <a:t>研发的内容和重点解决的</a:t>
            </a:r>
            <a:r>
              <a:rPr lang="zh-CN" altLang="en-US" b="1" smtClean="0">
                <a:solidFill>
                  <a:srgbClr val="FF0000"/>
                </a:solidFill>
                <a:sym typeface="+mn-ea"/>
              </a:rPr>
              <a:t>关键技术问题（痛点）;</a:t>
            </a:r>
            <a:r>
              <a:rPr lang="zh-CN" altLang="en-US" b="1" u="sng" smtClean="0">
                <a:solidFill>
                  <a:schemeClr val="tx1"/>
                </a:solidFill>
                <a:sym typeface="+mn-ea"/>
              </a:rPr>
              <a:t>（具体</a:t>
            </a:r>
            <a:r>
              <a:rPr lang="en-US" altLang="zh-CN" b="1" u="sng" smtClean="0">
                <a:solidFill>
                  <a:schemeClr val="tx1"/>
                </a:solidFill>
                <a:sym typeface="+mn-ea"/>
              </a:rPr>
              <a:t>)</a:t>
            </a:r>
            <a:endParaRPr lang="zh-CN" altLang="en-US" b="1" u="sng" smtClean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mtClean="0">
                <a:sym typeface="+mn-ea"/>
              </a:rPr>
              <a:t>2.</a:t>
            </a:r>
            <a:r>
              <a:rPr lang="zh-CN" altLang="en-US" smtClean="0">
                <a:sym typeface="+mn-ea"/>
              </a:rPr>
              <a:t>项目</a:t>
            </a:r>
            <a:r>
              <a:rPr lang="zh-CN" altLang="en-US">
                <a:sym typeface="+mn-ea"/>
              </a:rPr>
              <a:t>的特色和创新之处</a:t>
            </a:r>
            <a:r>
              <a:rPr lang="zh-CN" altLang="en-US" b="1">
                <a:solidFill>
                  <a:srgbClr val="FF0000"/>
                </a:solidFill>
                <a:sym typeface="+mn-ea"/>
              </a:rPr>
              <a:t>（差异化；壁垒；竞争优势）</a:t>
            </a:r>
            <a:r>
              <a:rPr lang="zh-CN" altLang="en-US" smtClean="0">
                <a:sym typeface="+mn-ea"/>
              </a:rPr>
              <a:t>;</a:t>
            </a:r>
            <a:endParaRPr lang="en-US" altLang="zh-CN" smtClean="0"/>
          </a:p>
          <a:p>
            <a:pPr>
              <a:lnSpc>
                <a:spcPct val="150000"/>
              </a:lnSpc>
            </a:pPr>
            <a:r>
              <a:rPr lang="en-US" altLang="zh-CN" smtClean="0">
                <a:sym typeface="+mn-ea"/>
              </a:rPr>
              <a:t>3.</a:t>
            </a:r>
            <a:r>
              <a:rPr lang="zh-CN" altLang="en-US" smtClean="0">
                <a:sym typeface="+mn-ea"/>
              </a:rPr>
              <a:t>要</a:t>
            </a:r>
            <a:r>
              <a:rPr lang="zh-CN" altLang="en-US">
                <a:sym typeface="+mn-ea"/>
              </a:rPr>
              <a:t>达到的主要技术、经济指标及社会、</a:t>
            </a:r>
            <a:r>
              <a:rPr lang="zh-CN" altLang="en-US" smtClean="0">
                <a:sym typeface="+mn-ea"/>
              </a:rPr>
              <a:t>经济效益</a:t>
            </a:r>
            <a:r>
              <a:rPr lang="zh-CN" altLang="en-US" b="1">
                <a:solidFill>
                  <a:srgbClr val="FF0000"/>
                </a:solidFill>
                <a:sym typeface="+mn-ea"/>
              </a:rPr>
              <a:t>（市场份额）</a:t>
            </a:r>
            <a:r>
              <a:rPr lang="en-US" altLang="zh-CN" smtClean="0">
                <a:sym typeface="+mn-ea"/>
              </a:rPr>
              <a:t>;</a:t>
            </a:r>
            <a:endParaRPr lang="en-US" altLang="zh-CN" smtClean="0"/>
          </a:p>
          <a:p>
            <a:pPr>
              <a:lnSpc>
                <a:spcPct val="150000"/>
              </a:lnSpc>
            </a:pPr>
            <a:r>
              <a:rPr lang="zh-CN" altLang="en-US" b="1" smtClean="0">
                <a:sym typeface="+mn-ea"/>
              </a:rPr>
              <a:t>三、实施方案（</a:t>
            </a:r>
            <a:r>
              <a:rPr lang="en-US" altLang="zh-CN" b="1" smtClean="0">
                <a:sym typeface="+mn-ea"/>
              </a:rPr>
              <a:t>2</a:t>
            </a:r>
            <a:r>
              <a:rPr lang="zh-CN" altLang="en-US" b="1" smtClean="0">
                <a:sym typeface="+mn-ea"/>
              </a:rPr>
              <a:t>人）</a:t>
            </a:r>
            <a:endParaRPr lang="en-US" altLang="zh-CN" b="1" smtClean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>
                <a:sym typeface="+mn-ea"/>
              </a:rPr>
              <a:t>项目产品的</a:t>
            </a:r>
            <a:r>
              <a:rPr lang="zh-CN" altLang="en-US" b="1">
                <a:solidFill>
                  <a:srgbClr val="FF0000"/>
                </a:solidFill>
                <a:sym typeface="+mn-ea"/>
              </a:rPr>
              <a:t>目标市场、竞争能力，商业模式（详细）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>
                <a:sym typeface="+mn-ea"/>
              </a:rPr>
              <a:t>必须具备的行业生产许可和资质认定（略写</a:t>
            </a:r>
            <a:r>
              <a:rPr lang="en-US" altLang="zh-CN">
                <a:sym typeface="+mn-ea"/>
              </a:rPr>
              <a:t>)</a:t>
            </a:r>
            <a:r>
              <a:rPr lang="zh-CN" altLang="en-US">
                <a:sym typeface="+mn-ea"/>
              </a:rPr>
              <a:t>，项目选址和生产场地、生产线建设，市场营销策划等市场实现模式</a:t>
            </a:r>
            <a:endParaRPr lang="en-US" altLang="zh-CN" smtClean="0"/>
          </a:p>
          <a:p>
            <a:pPr>
              <a:lnSpc>
                <a:spcPct val="150000"/>
              </a:lnSpc>
            </a:pPr>
            <a:r>
              <a:rPr lang="zh-CN" altLang="en-US" b="1" smtClean="0">
                <a:sym typeface="+mn-ea"/>
              </a:rPr>
              <a:t>四、财务论证（</a:t>
            </a:r>
            <a:r>
              <a:rPr lang="en-US" altLang="zh-CN" b="1" smtClean="0">
                <a:sym typeface="+mn-ea"/>
              </a:rPr>
              <a:t>1</a:t>
            </a:r>
            <a:r>
              <a:rPr lang="zh-CN" altLang="en-US" b="1" smtClean="0">
                <a:sym typeface="+mn-ea"/>
              </a:rPr>
              <a:t>人）</a:t>
            </a:r>
            <a:endParaRPr lang="en-US" altLang="zh-CN" b="1" smtClean="0"/>
          </a:p>
          <a:p>
            <a:pPr>
              <a:lnSpc>
                <a:spcPct val="150000"/>
              </a:lnSpc>
            </a:pPr>
            <a:r>
              <a:rPr lang="zh-CN" altLang="en-US">
                <a:sym typeface="+mn-ea"/>
              </a:rPr>
              <a:t>经费预算和筹措，</a:t>
            </a:r>
            <a:r>
              <a:rPr lang="zh-CN" altLang="en-US" b="1">
                <a:solidFill>
                  <a:srgbClr val="FF0000"/>
                </a:solidFill>
                <a:sym typeface="+mn-ea"/>
              </a:rPr>
              <a:t>产品成本和盈利能力</a:t>
            </a:r>
            <a:r>
              <a:rPr lang="zh-CN" altLang="en-US">
                <a:sym typeface="+mn-ea"/>
              </a:rPr>
              <a:t>分析，包括投入与</a:t>
            </a:r>
            <a:r>
              <a:rPr lang="zh-CN" altLang="en-US" b="1">
                <a:solidFill>
                  <a:srgbClr val="FF0000"/>
                </a:solidFill>
                <a:sym typeface="+mn-ea"/>
              </a:rPr>
              <a:t>盈利数量对比及回报周期计算</a:t>
            </a:r>
            <a:r>
              <a:rPr lang="zh-CN" altLang="en-US">
                <a:sym typeface="+mn-ea"/>
              </a:rPr>
              <a:t>等</a:t>
            </a:r>
            <a:endParaRPr lang="en-US" altLang="zh-CN" smtClean="0"/>
          </a:p>
          <a:p>
            <a:pPr indent="0" algn="l">
              <a:lnSpc>
                <a:spcPct val="150000"/>
              </a:lnSpc>
              <a:buFont typeface="Wingdings" panose="05000000000000000000" charset="0"/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285750" indent="-285750" algn="l">
              <a:lnSpc>
                <a:spcPct val="150000"/>
              </a:lnSpc>
              <a:buFont typeface="Wingdings" panose="05000000000000000000" charset="0"/>
              <a:buChar char="l"/>
            </a:pPr>
            <a:endParaRPr lang="zh-CN" altLang="en-US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ato Light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bldLvl="0" animBg="1"/>
      <p:bldP spid="30" grpId="0" bldLvl="0" animBg="1"/>
      <p:bldP spid="20" grpId="0" bldLvl="0" animBg="1"/>
      <p:bldP spid="18" grpId="0" bldLvl="0" animBg="1"/>
      <p:bldP spid="3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PowerPoint 演示文稿"/>
  <p:tag name="KSO_WPP_MARK_KEY" val="26595496-d226-492d-b92e-eda7781073e5"/>
  <p:tag name="COMMONDATA" val="eyJoZGlkIjoiOGYwODZlN2UyMzUzNzYwOWI2M2RhYzQ2OWI1OTFlZjk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第一PPT，www.1ppt.com">
  <a:themeElements>
    <a:clrScheme name="蓝绿色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自定义 1">
      <a:majorFont>
        <a:latin typeface="等线 "/>
        <a:ea typeface="微软雅黑"/>
        <a:cs typeface=""/>
      </a:majorFont>
      <a:minorFont>
        <a:latin typeface="等线 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</TotalTime>
  <Words>482</Words>
  <Application>Microsoft Office PowerPoint</Application>
  <PresentationFormat>宽屏</PresentationFormat>
  <Paragraphs>55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6" baseType="lpstr">
      <vt:lpstr>Lato Light</vt:lpstr>
      <vt:lpstr>等线</vt:lpstr>
      <vt:lpstr>等线 </vt:lpstr>
      <vt:lpstr>宋体</vt:lpstr>
      <vt:lpstr>微软雅黑</vt:lpstr>
      <vt:lpstr>Arial</vt:lpstr>
      <vt:lpstr>Calibri</vt:lpstr>
      <vt:lpstr>Wingdings</vt:lpstr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http://www.ypppt.com/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微立体四叶草</dc:title>
  <dc:creator>第一PPT</dc:creator>
  <cp:keywords>www.1ppt.com</cp:keywords>
  <dc:description>www.1ppt.com</dc:description>
  <cp:lastModifiedBy>Ben</cp:lastModifiedBy>
  <cp:revision>154</cp:revision>
  <dcterms:created xsi:type="dcterms:W3CDTF">2017-06-14T10:34:00Z</dcterms:created>
  <dcterms:modified xsi:type="dcterms:W3CDTF">2023-10-26T10:08:46Z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602EC97D77D44951AFC3CF3EF54CB5F4_13</vt:lpwstr>
  </property>
  <property fmtid="{D5CDD505-2E9C-101B-9397-08002B2CF9AE}" pid="3" name="KSOProductBuildVer">
    <vt:lpwstr>2052-12.1.0.15712</vt:lpwstr>
  </property>
</Properties>
</file>