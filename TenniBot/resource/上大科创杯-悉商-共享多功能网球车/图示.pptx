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8"/>
  </p:notesMasterIdLst>
  <p:sldIdLst>
    <p:sldId id="256" r:id="rId2"/>
    <p:sldId id="261" r:id="rId3"/>
    <p:sldId id="258" r:id="rId4"/>
    <p:sldId id="262" r:id="rId5"/>
    <p:sldId id="265" r:id="rId6"/>
    <p:sldId id="264" r:id="rId7"/>
  </p:sldIdLst>
  <p:sldSz cx="7920038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EEBF7"/>
    <a:srgbClr val="9DC3E6"/>
    <a:srgbClr val="B4C7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939" autoAdjust="0"/>
  </p:normalViewPr>
  <p:slideViewPr>
    <p:cSldViewPr snapToGrid="0">
      <p:cViewPr varScale="1">
        <p:scale>
          <a:sx n="43" d="100"/>
          <a:sy n="43" d="100"/>
        </p:scale>
        <p:origin x="2765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303F82-34B3-4588-A634-C41D57FA1A17}" type="datetimeFigureOut">
              <a:rPr lang="zh-CN" altLang="en-US" smtClean="0"/>
              <a:t>2023/11/2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427288" y="1143000"/>
            <a:ext cx="20034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1A4C21-03F4-4849-B816-CD8114B3AD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05835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427288" y="1143000"/>
            <a:ext cx="20034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1A4C21-03F4-4849-B816-CD8114B3ADB9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47145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4003" y="1995312"/>
            <a:ext cx="6732032" cy="4244622"/>
          </a:xfrm>
        </p:spPr>
        <p:txBody>
          <a:bodyPr anchor="b"/>
          <a:lstStyle>
            <a:lvl1pPr algn="ctr">
              <a:defRPr sz="5197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90005" y="6403623"/>
            <a:ext cx="5940029" cy="2943577"/>
          </a:xfrm>
        </p:spPr>
        <p:txBody>
          <a:bodyPr/>
          <a:lstStyle>
            <a:lvl1pPr marL="0" indent="0" algn="ctr">
              <a:buNone/>
              <a:defRPr sz="2079"/>
            </a:lvl1pPr>
            <a:lvl2pPr marL="395981" indent="0" algn="ctr">
              <a:buNone/>
              <a:defRPr sz="1732"/>
            </a:lvl2pPr>
            <a:lvl3pPr marL="791962" indent="0" algn="ctr">
              <a:buNone/>
              <a:defRPr sz="1559"/>
            </a:lvl3pPr>
            <a:lvl4pPr marL="1187943" indent="0" algn="ctr">
              <a:buNone/>
              <a:defRPr sz="1386"/>
            </a:lvl4pPr>
            <a:lvl5pPr marL="1583924" indent="0" algn="ctr">
              <a:buNone/>
              <a:defRPr sz="1386"/>
            </a:lvl5pPr>
            <a:lvl6pPr marL="1979905" indent="0" algn="ctr">
              <a:buNone/>
              <a:defRPr sz="1386"/>
            </a:lvl6pPr>
            <a:lvl7pPr marL="2375886" indent="0" algn="ctr">
              <a:buNone/>
              <a:defRPr sz="1386"/>
            </a:lvl7pPr>
            <a:lvl8pPr marL="2771866" indent="0" algn="ctr">
              <a:buNone/>
              <a:defRPr sz="1386"/>
            </a:lvl8pPr>
            <a:lvl9pPr marL="3167847" indent="0" algn="ctr">
              <a:buNone/>
              <a:defRPr sz="1386"/>
            </a:lvl9pPr>
          </a:lstStyle>
          <a:p>
            <a:r>
              <a:rPr lang="zh-CN" altLang="en-US" smtClean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996A8-CA61-4679-8F5C-6725A2B4C988}" type="datetimeFigureOut">
              <a:rPr lang="zh-CN" altLang="en-US" smtClean="0"/>
              <a:t>2023/11/2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0F833-82DB-486E-8AF7-FCD9D1AFBA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02760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996A8-CA61-4679-8F5C-6725A2B4C988}" type="datetimeFigureOut">
              <a:rPr lang="zh-CN" altLang="en-US" smtClean="0"/>
              <a:t>2023/11/2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0F833-82DB-486E-8AF7-FCD9D1AFBA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06516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0378" y="3039537"/>
            <a:ext cx="6831033" cy="5071532"/>
          </a:xfrm>
        </p:spPr>
        <p:txBody>
          <a:bodyPr anchor="b"/>
          <a:lstStyle>
            <a:lvl1pPr>
              <a:defRPr sz="5197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0378" y="8159048"/>
            <a:ext cx="6831033" cy="2666999"/>
          </a:xfrm>
        </p:spPr>
        <p:txBody>
          <a:bodyPr/>
          <a:lstStyle>
            <a:lvl1pPr marL="0" indent="0">
              <a:buNone/>
              <a:defRPr sz="2079">
                <a:solidFill>
                  <a:schemeClr val="tx1"/>
                </a:solidFill>
              </a:defRPr>
            </a:lvl1pPr>
            <a:lvl2pPr marL="395981" indent="0">
              <a:buNone/>
              <a:defRPr sz="1732">
                <a:solidFill>
                  <a:schemeClr val="tx1">
                    <a:tint val="75000"/>
                  </a:schemeClr>
                </a:solidFill>
              </a:defRPr>
            </a:lvl2pPr>
            <a:lvl3pPr marL="791962" indent="0">
              <a:buNone/>
              <a:defRPr sz="1559">
                <a:solidFill>
                  <a:schemeClr val="tx1">
                    <a:tint val="75000"/>
                  </a:schemeClr>
                </a:solidFill>
              </a:defRPr>
            </a:lvl3pPr>
            <a:lvl4pPr marL="1187943" indent="0">
              <a:buNone/>
              <a:defRPr sz="1386">
                <a:solidFill>
                  <a:schemeClr val="tx1">
                    <a:tint val="75000"/>
                  </a:schemeClr>
                </a:solidFill>
              </a:defRPr>
            </a:lvl4pPr>
            <a:lvl5pPr marL="1583924" indent="0">
              <a:buNone/>
              <a:defRPr sz="1386">
                <a:solidFill>
                  <a:schemeClr val="tx1">
                    <a:tint val="75000"/>
                  </a:schemeClr>
                </a:solidFill>
              </a:defRPr>
            </a:lvl5pPr>
            <a:lvl6pPr marL="1979905" indent="0">
              <a:buNone/>
              <a:defRPr sz="1386">
                <a:solidFill>
                  <a:schemeClr val="tx1">
                    <a:tint val="75000"/>
                  </a:schemeClr>
                </a:solidFill>
              </a:defRPr>
            </a:lvl6pPr>
            <a:lvl7pPr marL="2375886" indent="0">
              <a:buNone/>
              <a:defRPr sz="1386">
                <a:solidFill>
                  <a:schemeClr val="tx1">
                    <a:tint val="75000"/>
                  </a:schemeClr>
                </a:solidFill>
              </a:defRPr>
            </a:lvl7pPr>
            <a:lvl8pPr marL="2771866" indent="0">
              <a:buNone/>
              <a:defRPr sz="1386">
                <a:solidFill>
                  <a:schemeClr val="tx1">
                    <a:tint val="75000"/>
                  </a:schemeClr>
                </a:solidFill>
              </a:defRPr>
            </a:lvl8pPr>
            <a:lvl9pPr marL="3167847" indent="0">
              <a:buNone/>
              <a:defRPr sz="138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996A8-CA61-4679-8F5C-6725A2B4C988}" type="datetimeFigureOut">
              <a:rPr lang="zh-CN" altLang="en-US" smtClean="0"/>
              <a:t>2023/11/2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0F833-82DB-486E-8AF7-FCD9D1AFBA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66791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4503" y="3245556"/>
            <a:ext cx="3366016" cy="7735712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09519" y="3245556"/>
            <a:ext cx="3366016" cy="7735712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996A8-CA61-4679-8F5C-6725A2B4C988}" type="datetimeFigureOut">
              <a:rPr lang="zh-CN" altLang="en-US" smtClean="0"/>
              <a:t>2023/11/2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0F833-82DB-486E-8AF7-FCD9D1AFBA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4448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5534" y="649114"/>
            <a:ext cx="6831033" cy="2356556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5535" y="2988734"/>
            <a:ext cx="3350547" cy="1464732"/>
          </a:xfrm>
        </p:spPr>
        <p:txBody>
          <a:bodyPr anchor="b"/>
          <a:lstStyle>
            <a:lvl1pPr marL="0" indent="0">
              <a:buNone/>
              <a:defRPr sz="2079" b="1"/>
            </a:lvl1pPr>
            <a:lvl2pPr marL="395981" indent="0">
              <a:buNone/>
              <a:defRPr sz="1732" b="1"/>
            </a:lvl2pPr>
            <a:lvl3pPr marL="791962" indent="0">
              <a:buNone/>
              <a:defRPr sz="1559" b="1"/>
            </a:lvl3pPr>
            <a:lvl4pPr marL="1187943" indent="0">
              <a:buNone/>
              <a:defRPr sz="1386" b="1"/>
            </a:lvl4pPr>
            <a:lvl5pPr marL="1583924" indent="0">
              <a:buNone/>
              <a:defRPr sz="1386" b="1"/>
            </a:lvl5pPr>
            <a:lvl6pPr marL="1979905" indent="0">
              <a:buNone/>
              <a:defRPr sz="1386" b="1"/>
            </a:lvl6pPr>
            <a:lvl7pPr marL="2375886" indent="0">
              <a:buNone/>
              <a:defRPr sz="1386" b="1"/>
            </a:lvl7pPr>
            <a:lvl8pPr marL="2771866" indent="0">
              <a:buNone/>
              <a:defRPr sz="1386" b="1"/>
            </a:lvl8pPr>
            <a:lvl9pPr marL="3167847" indent="0">
              <a:buNone/>
              <a:defRPr sz="1386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5535" y="4453467"/>
            <a:ext cx="3350547" cy="6550379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009520" y="2988734"/>
            <a:ext cx="3367048" cy="1464732"/>
          </a:xfrm>
        </p:spPr>
        <p:txBody>
          <a:bodyPr anchor="b"/>
          <a:lstStyle>
            <a:lvl1pPr marL="0" indent="0">
              <a:buNone/>
              <a:defRPr sz="2079" b="1"/>
            </a:lvl1pPr>
            <a:lvl2pPr marL="395981" indent="0">
              <a:buNone/>
              <a:defRPr sz="1732" b="1"/>
            </a:lvl2pPr>
            <a:lvl3pPr marL="791962" indent="0">
              <a:buNone/>
              <a:defRPr sz="1559" b="1"/>
            </a:lvl3pPr>
            <a:lvl4pPr marL="1187943" indent="0">
              <a:buNone/>
              <a:defRPr sz="1386" b="1"/>
            </a:lvl4pPr>
            <a:lvl5pPr marL="1583924" indent="0">
              <a:buNone/>
              <a:defRPr sz="1386" b="1"/>
            </a:lvl5pPr>
            <a:lvl6pPr marL="1979905" indent="0">
              <a:buNone/>
              <a:defRPr sz="1386" b="1"/>
            </a:lvl6pPr>
            <a:lvl7pPr marL="2375886" indent="0">
              <a:buNone/>
              <a:defRPr sz="1386" b="1"/>
            </a:lvl7pPr>
            <a:lvl8pPr marL="2771866" indent="0">
              <a:buNone/>
              <a:defRPr sz="1386" b="1"/>
            </a:lvl8pPr>
            <a:lvl9pPr marL="3167847" indent="0">
              <a:buNone/>
              <a:defRPr sz="1386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009520" y="4453467"/>
            <a:ext cx="3367048" cy="6550379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996A8-CA61-4679-8F5C-6725A2B4C988}" type="datetimeFigureOut">
              <a:rPr lang="zh-CN" altLang="en-US" smtClean="0"/>
              <a:t>2023/11/2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0F833-82DB-486E-8AF7-FCD9D1AFBA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32147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996A8-CA61-4679-8F5C-6725A2B4C988}" type="datetimeFigureOut">
              <a:rPr lang="zh-CN" altLang="en-US" smtClean="0"/>
              <a:t>2023/11/2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0F833-82DB-486E-8AF7-FCD9D1AFBA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18634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996A8-CA61-4679-8F5C-6725A2B4C988}" type="datetimeFigureOut">
              <a:rPr lang="zh-CN" altLang="en-US" smtClean="0"/>
              <a:t>2023/11/2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0F833-82DB-486E-8AF7-FCD9D1AFBA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55735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5534" y="812800"/>
            <a:ext cx="2554418" cy="2844800"/>
          </a:xfrm>
        </p:spPr>
        <p:txBody>
          <a:bodyPr anchor="b"/>
          <a:lstStyle>
            <a:lvl1pPr>
              <a:defRPr sz="2772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67048" y="1755425"/>
            <a:ext cx="4009519" cy="8664222"/>
          </a:xfrm>
        </p:spPr>
        <p:txBody>
          <a:bodyPr/>
          <a:lstStyle>
            <a:lvl1pPr>
              <a:defRPr sz="2772"/>
            </a:lvl1pPr>
            <a:lvl2pPr>
              <a:defRPr sz="2425"/>
            </a:lvl2pPr>
            <a:lvl3pPr>
              <a:defRPr sz="2079"/>
            </a:lvl3pPr>
            <a:lvl4pPr>
              <a:defRPr sz="1732"/>
            </a:lvl4pPr>
            <a:lvl5pPr>
              <a:defRPr sz="1732"/>
            </a:lvl5pPr>
            <a:lvl6pPr>
              <a:defRPr sz="1732"/>
            </a:lvl6pPr>
            <a:lvl7pPr>
              <a:defRPr sz="1732"/>
            </a:lvl7pPr>
            <a:lvl8pPr>
              <a:defRPr sz="1732"/>
            </a:lvl8pPr>
            <a:lvl9pPr>
              <a:defRPr sz="1732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5534" y="3657600"/>
            <a:ext cx="2554418" cy="6776156"/>
          </a:xfrm>
        </p:spPr>
        <p:txBody>
          <a:bodyPr/>
          <a:lstStyle>
            <a:lvl1pPr marL="0" indent="0">
              <a:buNone/>
              <a:defRPr sz="1386"/>
            </a:lvl1pPr>
            <a:lvl2pPr marL="395981" indent="0">
              <a:buNone/>
              <a:defRPr sz="1213"/>
            </a:lvl2pPr>
            <a:lvl3pPr marL="791962" indent="0">
              <a:buNone/>
              <a:defRPr sz="1039"/>
            </a:lvl3pPr>
            <a:lvl4pPr marL="1187943" indent="0">
              <a:buNone/>
              <a:defRPr sz="866"/>
            </a:lvl4pPr>
            <a:lvl5pPr marL="1583924" indent="0">
              <a:buNone/>
              <a:defRPr sz="866"/>
            </a:lvl5pPr>
            <a:lvl6pPr marL="1979905" indent="0">
              <a:buNone/>
              <a:defRPr sz="866"/>
            </a:lvl6pPr>
            <a:lvl7pPr marL="2375886" indent="0">
              <a:buNone/>
              <a:defRPr sz="866"/>
            </a:lvl7pPr>
            <a:lvl8pPr marL="2771866" indent="0">
              <a:buNone/>
              <a:defRPr sz="866"/>
            </a:lvl8pPr>
            <a:lvl9pPr marL="3167847" indent="0">
              <a:buNone/>
              <a:defRPr sz="866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996A8-CA61-4679-8F5C-6725A2B4C988}" type="datetimeFigureOut">
              <a:rPr lang="zh-CN" altLang="en-US" smtClean="0"/>
              <a:t>2023/11/2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0F833-82DB-486E-8AF7-FCD9D1AFBA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46370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5534" y="812800"/>
            <a:ext cx="2554418" cy="2844800"/>
          </a:xfrm>
        </p:spPr>
        <p:txBody>
          <a:bodyPr anchor="b"/>
          <a:lstStyle>
            <a:lvl1pPr>
              <a:defRPr sz="2772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67048" y="1755425"/>
            <a:ext cx="4009519" cy="8664222"/>
          </a:xfrm>
        </p:spPr>
        <p:txBody>
          <a:bodyPr anchor="t"/>
          <a:lstStyle>
            <a:lvl1pPr marL="0" indent="0">
              <a:buNone/>
              <a:defRPr sz="2772"/>
            </a:lvl1pPr>
            <a:lvl2pPr marL="395981" indent="0">
              <a:buNone/>
              <a:defRPr sz="2425"/>
            </a:lvl2pPr>
            <a:lvl3pPr marL="791962" indent="0">
              <a:buNone/>
              <a:defRPr sz="2079"/>
            </a:lvl3pPr>
            <a:lvl4pPr marL="1187943" indent="0">
              <a:buNone/>
              <a:defRPr sz="1732"/>
            </a:lvl4pPr>
            <a:lvl5pPr marL="1583924" indent="0">
              <a:buNone/>
              <a:defRPr sz="1732"/>
            </a:lvl5pPr>
            <a:lvl6pPr marL="1979905" indent="0">
              <a:buNone/>
              <a:defRPr sz="1732"/>
            </a:lvl6pPr>
            <a:lvl7pPr marL="2375886" indent="0">
              <a:buNone/>
              <a:defRPr sz="1732"/>
            </a:lvl7pPr>
            <a:lvl8pPr marL="2771866" indent="0">
              <a:buNone/>
              <a:defRPr sz="1732"/>
            </a:lvl8pPr>
            <a:lvl9pPr marL="3167847" indent="0">
              <a:buNone/>
              <a:defRPr sz="1732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5534" y="3657600"/>
            <a:ext cx="2554418" cy="6776156"/>
          </a:xfrm>
        </p:spPr>
        <p:txBody>
          <a:bodyPr/>
          <a:lstStyle>
            <a:lvl1pPr marL="0" indent="0">
              <a:buNone/>
              <a:defRPr sz="1386"/>
            </a:lvl1pPr>
            <a:lvl2pPr marL="395981" indent="0">
              <a:buNone/>
              <a:defRPr sz="1213"/>
            </a:lvl2pPr>
            <a:lvl3pPr marL="791962" indent="0">
              <a:buNone/>
              <a:defRPr sz="1039"/>
            </a:lvl3pPr>
            <a:lvl4pPr marL="1187943" indent="0">
              <a:buNone/>
              <a:defRPr sz="866"/>
            </a:lvl4pPr>
            <a:lvl5pPr marL="1583924" indent="0">
              <a:buNone/>
              <a:defRPr sz="866"/>
            </a:lvl5pPr>
            <a:lvl6pPr marL="1979905" indent="0">
              <a:buNone/>
              <a:defRPr sz="866"/>
            </a:lvl6pPr>
            <a:lvl7pPr marL="2375886" indent="0">
              <a:buNone/>
              <a:defRPr sz="866"/>
            </a:lvl7pPr>
            <a:lvl8pPr marL="2771866" indent="0">
              <a:buNone/>
              <a:defRPr sz="866"/>
            </a:lvl8pPr>
            <a:lvl9pPr marL="3167847" indent="0">
              <a:buNone/>
              <a:defRPr sz="866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996A8-CA61-4679-8F5C-6725A2B4C988}" type="datetimeFigureOut">
              <a:rPr lang="zh-CN" altLang="en-US" smtClean="0"/>
              <a:t>2023/11/2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0F833-82DB-486E-8AF7-FCD9D1AFBA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6775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996A8-CA61-4679-8F5C-6725A2B4C988}" type="datetimeFigureOut">
              <a:rPr lang="zh-CN" altLang="en-US" smtClean="0"/>
              <a:t>2023/11/2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0F833-82DB-486E-8AF7-FCD9D1AFBA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52123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667778" y="649111"/>
            <a:ext cx="1707758" cy="10332156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44503" y="649111"/>
            <a:ext cx="5024274" cy="10332156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996A8-CA61-4679-8F5C-6725A2B4C988}" type="datetimeFigureOut">
              <a:rPr lang="zh-CN" altLang="en-US" smtClean="0"/>
              <a:t>2023/11/2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0F833-82DB-486E-8AF7-FCD9D1AFBA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6150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4503" y="649114"/>
            <a:ext cx="6831033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4503" y="3245556"/>
            <a:ext cx="6831033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4502" y="11300181"/>
            <a:ext cx="1782009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3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E996A8-CA61-4679-8F5C-6725A2B4C988}" type="datetimeFigureOut">
              <a:rPr lang="zh-CN" altLang="en-US" smtClean="0"/>
              <a:t>2023/11/2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23513" y="11300181"/>
            <a:ext cx="2673013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3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593527" y="11300181"/>
            <a:ext cx="1782009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3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00F833-82DB-486E-8AF7-FCD9D1AFBA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8000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791962" rtl="0" eaLnBrk="1" latinLnBrk="0" hangingPunct="1">
        <a:lnSpc>
          <a:spcPct val="90000"/>
        </a:lnSpc>
        <a:spcBef>
          <a:spcPct val="0"/>
        </a:spcBef>
        <a:buNone/>
        <a:defRPr sz="381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7990" indent="-197990" algn="l" defTabSz="791962" rtl="0" eaLnBrk="1" latinLnBrk="0" hangingPunct="1">
        <a:lnSpc>
          <a:spcPct val="90000"/>
        </a:lnSpc>
        <a:spcBef>
          <a:spcPts val="866"/>
        </a:spcBef>
        <a:buFont typeface="Arial" panose="020B0604020202020204" pitchFamily="34" charset="0"/>
        <a:buChar char="•"/>
        <a:defRPr sz="2425" kern="1200">
          <a:solidFill>
            <a:schemeClr val="tx1"/>
          </a:solidFill>
          <a:latin typeface="+mn-lt"/>
          <a:ea typeface="+mn-ea"/>
          <a:cs typeface="+mn-cs"/>
        </a:defRPr>
      </a:lvl1pPr>
      <a:lvl2pPr marL="593971" indent="-197990" algn="l" defTabSz="791962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2079" kern="1200">
          <a:solidFill>
            <a:schemeClr val="tx1"/>
          </a:solidFill>
          <a:latin typeface="+mn-lt"/>
          <a:ea typeface="+mn-ea"/>
          <a:cs typeface="+mn-cs"/>
        </a:defRPr>
      </a:lvl2pPr>
      <a:lvl3pPr marL="989952" indent="-197990" algn="l" defTabSz="791962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732" kern="1200">
          <a:solidFill>
            <a:schemeClr val="tx1"/>
          </a:solidFill>
          <a:latin typeface="+mn-lt"/>
          <a:ea typeface="+mn-ea"/>
          <a:cs typeface="+mn-cs"/>
        </a:defRPr>
      </a:lvl3pPr>
      <a:lvl4pPr marL="1385933" indent="-197990" algn="l" defTabSz="791962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59" kern="1200">
          <a:solidFill>
            <a:schemeClr val="tx1"/>
          </a:solidFill>
          <a:latin typeface="+mn-lt"/>
          <a:ea typeface="+mn-ea"/>
          <a:cs typeface="+mn-cs"/>
        </a:defRPr>
      </a:lvl4pPr>
      <a:lvl5pPr marL="1781914" indent="-197990" algn="l" defTabSz="791962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59" kern="1200">
          <a:solidFill>
            <a:schemeClr val="tx1"/>
          </a:solidFill>
          <a:latin typeface="+mn-lt"/>
          <a:ea typeface="+mn-ea"/>
          <a:cs typeface="+mn-cs"/>
        </a:defRPr>
      </a:lvl5pPr>
      <a:lvl6pPr marL="2177895" indent="-197990" algn="l" defTabSz="791962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59" kern="1200">
          <a:solidFill>
            <a:schemeClr val="tx1"/>
          </a:solidFill>
          <a:latin typeface="+mn-lt"/>
          <a:ea typeface="+mn-ea"/>
          <a:cs typeface="+mn-cs"/>
        </a:defRPr>
      </a:lvl6pPr>
      <a:lvl7pPr marL="2573876" indent="-197990" algn="l" defTabSz="791962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59" kern="1200">
          <a:solidFill>
            <a:schemeClr val="tx1"/>
          </a:solidFill>
          <a:latin typeface="+mn-lt"/>
          <a:ea typeface="+mn-ea"/>
          <a:cs typeface="+mn-cs"/>
        </a:defRPr>
      </a:lvl7pPr>
      <a:lvl8pPr marL="2969857" indent="-197990" algn="l" defTabSz="791962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59" kern="1200">
          <a:solidFill>
            <a:schemeClr val="tx1"/>
          </a:solidFill>
          <a:latin typeface="+mn-lt"/>
          <a:ea typeface="+mn-ea"/>
          <a:cs typeface="+mn-cs"/>
        </a:defRPr>
      </a:lvl8pPr>
      <a:lvl9pPr marL="3365838" indent="-197990" algn="l" defTabSz="791962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5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91962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1pPr>
      <a:lvl2pPr marL="395981" algn="l" defTabSz="791962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2pPr>
      <a:lvl3pPr marL="791962" algn="l" defTabSz="791962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3pPr>
      <a:lvl4pPr marL="1187943" algn="l" defTabSz="791962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4pPr>
      <a:lvl5pPr marL="1583924" algn="l" defTabSz="791962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5pPr>
      <a:lvl6pPr marL="1979905" algn="l" defTabSz="791962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6pPr>
      <a:lvl7pPr marL="2375886" algn="l" defTabSz="791962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7pPr>
      <a:lvl8pPr marL="2771866" algn="l" defTabSz="791962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8pPr>
      <a:lvl9pPr marL="3167847" algn="l" defTabSz="791962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.png"/><Relationship Id="rId11" Type="http://schemas.openxmlformats.org/officeDocument/2006/relationships/image" Target="../media/image7.png"/><Relationship Id="rId5" Type="http://schemas.openxmlformats.org/officeDocument/2006/relationships/image" Target="../media/image3.png"/><Relationship Id="rId10" Type="http://schemas.openxmlformats.org/officeDocument/2006/relationships/image" Target="../media/image1.wmf"/><Relationship Id="rId4" Type="http://schemas.openxmlformats.org/officeDocument/2006/relationships/image" Target="../media/image2.png"/><Relationship Id="rId9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3552010"/>
              </p:ext>
            </p:extLst>
          </p:nvPr>
        </p:nvGraphicFramePr>
        <p:xfrm>
          <a:off x="1149709" y="776426"/>
          <a:ext cx="5854957" cy="271710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47536">
                  <a:extLst>
                    <a:ext uri="{9D8B030D-6E8A-4147-A177-3AD203B41FA5}">
                      <a16:colId xmlns:a16="http://schemas.microsoft.com/office/drawing/2014/main" val="3310305851"/>
                    </a:ext>
                  </a:extLst>
                </a:gridCol>
                <a:gridCol w="1162878">
                  <a:extLst>
                    <a:ext uri="{9D8B030D-6E8A-4147-A177-3AD203B41FA5}">
                      <a16:colId xmlns:a16="http://schemas.microsoft.com/office/drawing/2014/main" val="1930217929"/>
                    </a:ext>
                  </a:extLst>
                </a:gridCol>
                <a:gridCol w="519941">
                  <a:extLst>
                    <a:ext uri="{9D8B030D-6E8A-4147-A177-3AD203B41FA5}">
                      <a16:colId xmlns:a16="http://schemas.microsoft.com/office/drawing/2014/main" val="3343128728"/>
                    </a:ext>
                  </a:extLst>
                </a:gridCol>
                <a:gridCol w="542054">
                  <a:extLst>
                    <a:ext uri="{9D8B030D-6E8A-4147-A177-3AD203B41FA5}">
                      <a16:colId xmlns:a16="http://schemas.microsoft.com/office/drawing/2014/main" val="2294767254"/>
                    </a:ext>
                  </a:extLst>
                </a:gridCol>
                <a:gridCol w="1195931">
                  <a:extLst>
                    <a:ext uri="{9D8B030D-6E8A-4147-A177-3AD203B41FA5}">
                      <a16:colId xmlns:a16="http://schemas.microsoft.com/office/drawing/2014/main" val="2393160181"/>
                    </a:ext>
                  </a:extLst>
                </a:gridCol>
                <a:gridCol w="1286617">
                  <a:extLst>
                    <a:ext uri="{9D8B030D-6E8A-4147-A177-3AD203B41FA5}">
                      <a16:colId xmlns:a16="http://schemas.microsoft.com/office/drawing/2014/main" val="4269777920"/>
                    </a:ext>
                  </a:extLst>
                </a:gridCol>
              </a:tblGrid>
              <a:tr h="1005041">
                <a:tc rowSpan="2">
                  <a:txBody>
                    <a:bodyPr/>
                    <a:lstStyle/>
                    <a:p>
                      <a:r>
                        <a:rPr lang="zh-CN" altLang="en-US" sz="1000" b="1" smtClean="0"/>
                        <a:t>重要伙伴</a:t>
                      </a:r>
                      <a:endParaRPr lang="zh-CN" altLang="en-US" sz="1000" b="1"/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r>
                        <a:rPr lang="zh-CN" altLang="en-US" sz="1000" b="1" smtClean="0"/>
                        <a:t>关键业务</a:t>
                      </a:r>
                      <a:endParaRPr lang="zh-CN" altLang="en-US" sz="1000" b="1"/>
                    </a:p>
                  </a:txBody>
                  <a:tcPr marL="51435" marR="51435" marT="25718" marB="25718"/>
                </a:tc>
                <a:tc rowSpan="2" gridSpan="2">
                  <a:txBody>
                    <a:bodyPr/>
                    <a:lstStyle/>
                    <a:p>
                      <a:r>
                        <a:rPr lang="zh-CN" altLang="en-US" sz="1000" b="1" smtClean="0"/>
                        <a:t>价值主张</a:t>
                      </a:r>
                      <a:endParaRPr lang="zh-CN" altLang="en-US" sz="1000" b="1"/>
                    </a:p>
                  </a:txBody>
                  <a:tcPr marL="51435" marR="51435" marT="25718" marB="25718"/>
                </a:tc>
                <a:tc rowSpan="2"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791962" rtl="0" eaLnBrk="1" latinLnBrk="0" hangingPunct="1"/>
                      <a:r>
                        <a:rPr lang="zh-CN" altLang="en-US" sz="1000" b="1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客户关系</a:t>
                      </a:r>
                      <a:endParaRPr lang="zh-CN" altLang="en-US" sz="10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1435" marR="51435" marT="25718" marB="25718"/>
                </a:tc>
                <a:tc rowSpan="2">
                  <a:txBody>
                    <a:bodyPr/>
                    <a:lstStyle/>
                    <a:p>
                      <a:pPr marL="0" algn="l" defTabSz="791962" rtl="0" eaLnBrk="1" latinLnBrk="0" hangingPunct="1"/>
                      <a:r>
                        <a:rPr lang="zh-CN" altLang="en-US" sz="1000" b="1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客户细分</a:t>
                      </a:r>
                      <a:endParaRPr lang="zh-CN" altLang="en-US" sz="10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1435" marR="51435" marT="25718" marB="25718"/>
                </a:tc>
                <a:extLst>
                  <a:ext uri="{0D108BD9-81ED-4DB2-BD59-A6C34878D82A}">
                    <a16:rowId xmlns:a16="http://schemas.microsoft.com/office/drawing/2014/main" val="4196817698"/>
                  </a:ext>
                </a:extLst>
              </a:tr>
              <a:tr h="101372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791962" rtl="0" eaLnBrk="1" latinLnBrk="0" hangingPunct="1"/>
                      <a:r>
                        <a:rPr lang="zh-CN" altLang="en-US" sz="1000" b="1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核心资源</a:t>
                      </a:r>
                      <a:endParaRPr lang="zh-CN" altLang="en-US" sz="10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1435" marR="51435" marT="25718" marB="25718"/>
                </a:tc>
                <a:tc gridSpan="2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791962" rtl="0" eaLnBrk="1" latinLnBrk="0" hangingPunct="1"/>
                      <a:r>
                        <a:rPr lang="zh-CN" altLang="en-US" sz="1000" b="1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渠道通路</a:t>
                      </a:r>
                      <a:endParaRPr lang="zh-CN" altLang="en-US" sz="10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1435" marR="51435" marT="25718" marB="25718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8052204"/>
                  </a:ext>
                </a:extLst>
              </a:tr>
              <a:tr h="698345">
                <a:tc gridSpan="3">
                  <a:txBody>
                    <a:bodyPr/>
                    <a:lstStyle/>
                    <a:p>
                      <a:pPr marL="0" algn="l" defTabSz="791962" rtl="0" eaLnBrk="1" latinLnBrk="0" hangingPunct="1"/>
                      <a:r>
                        <a:rPr lang="zh-CN" altLang="en-US" sz="1000" b="1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成本构成</a:t>
                      </a:r>
                      <a:endParaRPr lang="zh-CN" altLang="en-US" sz="10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1435" marR="51435" marT="25718" marB="25718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algn="l" defTabSz="791962" rtl="0" eaLnBrk="1" latinLnBrk="0" hangingPunct="1"/>
                      <a:r>
                        <a:rPr lang="zh-CN" altLang="en-US" sz="1000" b="1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收入来源</a:t>
                      </a:r>
                      <a:endParaRPr lang="zh-CN" altLang="en-US" sz="10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1435" marR="51435" marT="25718" marB="25718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4283175"/>
                  </a:ext>
                </a:extLst>
              </a:tr>
            </a:tbl>
          </a:graphicData>
        </a:graphic>
      </p:graphicFrame>
      <p:sp>
        <p:nvSpPr>
          <p:cNvPr id="5" name="TextBox 5"/>
          <p:cNvSpPr txBox="1"/>
          <p:nvPr/>
        </p:nvSpPr>
        <p:spPr>
          <a:xfrm>
            <a:off x="1342481" y="1671397"/>
            <a:ext cx="673261" cy="62324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90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1.</a:t>
            </a:r>
            <a:r>
              <a:rPr lang="zh-CN" altLang="en-US" sz="90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网球俱乐部</a:t>
            </a:r>
            <a:endParaRPr lang="en-US" altLang="zh-CN" sz="90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90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2.</a:t>
            </a:r>
            <a:r>
              <a:rPr lang="zh-CN" altLang="en-US" sz="90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机器</a:t>
            </a:r>
            <a:r>
              <a:rPr lang="zh-CN" altLang="en-US" sz="900" smtClean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生产商</a:t>
            </a:r>
            <a:endParaRPr lang="en-US" altLang="zh-CN" sz="900" smtClean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900" smtClean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3.</a:t>
            </a:r>
            <a:r>
              <a:rPr lang="zh-CN" altLang="en-US" sz="900" smtClean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高校</a:t>
            </a:r>
            <a:endParaRPr lang="en-US" altLang="zh-CN" sz="90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706037" y="1659315"/>
            <a:ext cx="649217" cy="46769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013" b="1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共享多功能</a:t>
            </a:r>
            <a:endParaRPr lang="en-US" altLang="zh-CN" sz="1013" b="1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013" b="1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网球车</a:t>
            </a:r>
            <a:endParaRPr lang="en-US" altLang="zh-CN" sz="1013" b="1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" name="TextBox 5"/>
          <p:cNvSpPr txBox="1"/>
          <p:nvPr/>
        </p:nvSpPr>
        <p:spPr>
          <a:xfrm>
            <a:off x="1398187" y="3022892"/>
            <a:ext cx="2338300" cy="4154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90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1.</a:t>
            </a:r>
            <a:r>
              <a:rPr lang="zh-CN" altLang="en-US" sz="90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制造组装成本</a:t>
            </a:r>
            <a:r>
              <a:rPr lang="en-US" altLang="zh-CN" sz="90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	    2.</a:t>
            </a:r>
            <a:r>
              <a:rPr lang="zh-CN" altLang="en-US" sz="90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物流运输配送成本</a:t>
            </a:r>
            <a:endParaRPr lang="en-US" altLang="zh-CN" sz="90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90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3.</a:t>
            </a:r>
            <a:r>
              <a:rPr lang="zh-CN" altLang="en-US" sz="90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软件开发维护</a:t>
            </a:r>
            <a:r>
              <a:rPr lang="zh-CN" altLang="en-US" sz="900" smtClean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成本 </a:t>
            </a:r>
            <a:r>
              <a:rPr lang="en-US" altLang="zh-CN" sz="900" smtClean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4.</a:t>
            </a:r>
            <a:r>
              <a:rPr lang="zh-CN" altLang="en-US" sz="900" smtClean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营销费用</a:t>
            </a:r>
            <a:endParaRPr lang="en-US" altLang="zh-CN" sz="90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" name="TextBox 5"/>
          <p:cNvSpPr txBox="1"/>
          <p:nvPr/>
        </p:nvSpPr>
        <p:spPr>
          <a:xfrm>
            <a:off x="4138748" y="3022892"/>
            <a:ext cx="2916235" cy="4154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90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1.</a:t>
            </a:r>
            <a:r>
              <a:rPr lang="zh-CN" altLang="en-US" sz="90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共享收费</a:t>
            </a:r>
            <a:r>
              <a:rPr lang="en-US" altLang="zh-CN" sz="90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(</a:t>
            </a:r>
            <a:r>
              <a:rPr lang="zh-CN" altLang="en-US" sz="90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学员</a:t>
            </a:r>
            <a:r>
              <a:rPr lang="en-US" altLang="zh-CN" sz="90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)	2.</a:t>
            </a:r>
            <a:r>
              <a:rPr lang="zh-CN" altLang="en-US" sz="90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网球车售卖</a:t>
            </a:r>
            <a:r>
              <a:rPr lang="en-US" altLang="zh-CN" sz="90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(</a:t>
            </a:r>
            <a:r>
              <a:rPr lang="zh-CN" altLang="en-US" sz="90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学员</a:t>
            </a:r>
            <a:r>
              <a:rPr lang="en-US" altLang="zh-CN" sz="90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/</a:t>
            </a:r>
            <a:r>
              <a:rPr lang="zh-CN" altLang="en-US" sz="90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俱乐部</a:t>
            </a:r>
            <a:r>
              <a:rPr lang="en-US" altLang="zh-CN" sz="90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zh-CN" sz="90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3.</a:t>
            </a:r>
            <a:r>
              <a:rPr lang="zh-CN" altLang="en-US" sz="90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课程</a:t>
            </a:r>
            <a:r>
              <a:rPr lang="zh-CN" altLang="en-US" sz="900" smtClean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指导</a:t>
            </a:r>
            <a:r>
              <a:rPr lang="en-US" altLang="zh-CN" sz="900" smtClean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(VIP</a:t>
            </a:r>
            <a:r>
              <a:rPr lang="zh-CN" altLang="en-US" sz="900" smtClean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充值</a:t>
            </a:r>
            <a:r>
              <a:rPr lang="en-US" altLang="zh-CN" sz="900" smtClean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)</a:t>
            </a:r>
            <a:r>
              <a:rPr lang="en-US" altLang="zh-CN" sz="90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	</a:t>
            </a:r>
          </a:p>
        </p:txBody>
      </p:sp>
      <p:sp>
        <p:nvSpPr>
          <p:cNvPr id="9" name="TextBox 5"/>
          <p:cNvSpPr txBox="1"/>
          <p:nvPr/>
        </p:nvSpPr>
        <p:spPr>
          <a:xfrm>
            <a:off x="2479413" y="1109318"/>
            <a:ext cx="673261" cy="4154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90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1.</a:t>
            </a:r>
            <a:r>
              <a:rPr lang="zh-CN" altLang="en-US" sz="90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共享服务</a:t>
            </a:r>
            <a:endParaRPr lang="en-US" altLang="zh-CN" sz="90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90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2.</a:t>
            </a:r>
            <a:r>
              <a:rPr lang="zh-CN" altLang="en-US" sz="90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网球车销售</a:t>
            </a:r>
            <a:endParaRPr lang="en-US" altLang="zh-CN" sz="90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" name="TextBox 5"/>
          <p:cNvSpPr txBox="1"/>
          <p:nvPr/>
        </p:nvSpPr>
        <p:spPr>
          <a:xfrm>
            <a:off x="5897179" y="1511732"/>
            <a:ext cx="1013098" cy="62324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90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1.</a:t>
            </a:r>
            <a:r>
              <a:rPr lang="zh-CN" altLang="en-US" sz="90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学员</a:t>
            </a:r>
            <a:r>
              <a:rPr lang="en-US" altLang="zh-CN" sz="90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(</a:t>
            </a:r>
            <a:r>
              <a:rPr lang="zh-CN" altLang="en-US" sz="90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自学</a:t>
            </a:r>
            <a:r>
              <a:rPr lang="en-US" altLang="zh-CN" sz="90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/</a:t>
            </a:r>
            <a:r>
              <a:rPr lang="zh-CN" altLang="en-US" sz="90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请教练</a:t>
            </a:r>
            <a:r>
              <a:rPr lang="en-US" altLang="zh-CN" sz="90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zh-CN" sz="90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2.</a:t>
            </a:r>
            <a:r>
              <a:rPr lang="zh-CN" altLang="en-US" sz="90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网球俱乐部</a:t>
            </a:r>
            <a:endParaRPr lang="en-US" altLang="zh-CN" sz="90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90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3.</a:t>
            </a:r>
            <a:r>
              <a:rPr lang="zh-CN" altLang="en-US" sz="90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大学网球场</a:t>
            </a:r>
            <a:endParaRPr lang="en-US" altLang="zh-CN" sz="90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1" name="TextBox 5"/>
          <p:cNvSpPr txBox="1"/>
          <p:nvPr/>
        </p:nvSpPr>
        <p:spPr>
          <a:xfrm>
            <a:off x="2479411" y="2029479"/>
            <a:ext cx="904094" cy="62324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90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1.</a:t>
            </a:r>
            <a:r>
              <a:rPr lang="zh-CN" altLang="en-US" sz="90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网球车专利技术</a:t>
            </a:r>
            <a:endParaRPr lang="en-US" altLang="zh-CN" sz="90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90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2.APP</a:t>
            </a:r>
            <a:r>
              <a:rPr lang="zh-CN" altLang="en-US" sz="90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内容</a:t>
            </a:r>
            <a:endParaRPr lang="en-US" altLang="zh-CN" sz="90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90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3.</a:t>
            </a:r>
            <a:r>
              <a:rPr lang="zh-CN" altLang="en-US" sz="90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多功能网球车</a:t>
            </a:r>
            <a:endParaRPr lang="en-US" altLang="zh-CN" sz="90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2" name="TextBox 5"/>
          <p:cNvSpPr txBox="1"/>
          <p:nvPr/>
        </p:nvSpPr>
        <p:spPr>
          <a:xfrm>
            <a:off x="4713510" y="2029479"/>
            <a:ext cx="673261" cy="62324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90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1.</a:t>
            </a:r>
            <a:r>
              <a:rPr lang="zh-CN" altLang="en-US" sz="90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本地俱乐部</a:t>
            </a:r>
            <a:endParaRPr lang="en-US" altLang="zh-CN" sz="90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90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2.</a:t>
            </a:r>
            <a:r>
              <a:rPr lang="zh-CN" altLang="en-US" sz="90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网球协会</a:t>
            </a:r>
            <a:endParaRPr lang="en-US" altLang="zh-CN" sz="90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90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3.</a:t>
            </a:r>
            <a:r>
              <a:rPr lang="zh-CN" altLang="en-US" sz="90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本地大学</a:t>
            </a:r>
            <a:endParaRPr lang="en-US" altLang="zh-CN" sz="90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3" name="TextBox 5"/>
          <p:cNvSpPr txBox="1"/>
          <p:nvPr/>
        </p:nvSpPr>
        <p:spPr>
          <a:xfrm>
            <a:off x="4713510" y="1005443"/>
            <a:ext cx="788677" cy="62324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90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1.</a:t>
            </a:r>
            <a:r>
              <a:rPr lang="zh-CN" altLang="en-US" sz="90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合作共赢关系</a:t>
            </a:r>
            <a:endParaRPr lang="en-US" altLang="zh-CN" sz="90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90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2.</a:t>
            </a:r>
            <a:r>
              <a:rPr lang="zh-CN" altLang="en-US" sz="90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软件服务</a:t>
            </a:r>
            <a:endParaRPr lang="en-US" altLang="zh-CN" sz="90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90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3.</a:t>
            </a:r>
            <a:r>
              <a:rPr lang="zh-CN" altLang="en-US" sz="90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买卖关系</a:t>
            </a:r>
            <a:endParaRPr lang="en-US" altLang="zh-CN" sz="90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38" name="组合 37"/>
          <p:cNvGrpSpPr/>
          <p:nvPr/>
        </p:nvGrpSpPr>
        <p:grpSpPr>
          <a:xfrm>
            <a:off x="1050809" y="4333361"/>
            <a:ext cx="5752328" cy="4419580"/>
            <a:chOff x="2447720" y="872917"/>
            <a:chExt cx="7101308" cy="5603987"/>
          </a:xfrm>
        </p:grpSpPr>
        <p:sp>
          <p:nvSpPr>
            <p:cNvPr id="39" name="椭圆 38"/>
            <p:cNvSpPr/>
            <p:nvPr/>
          </p:nvSpPr>
          <p:spPr>
            <a:xfrm>
              <a:off x="4823439" y="3413503"/>
              <a:ext cx="2100913" cy="1071715"/>
            </a:xfrm>
            <a:prstGeom prst="ellipse">
              <a:avLst/>
            </a:prstGeom>
            <a:gradFill flip="none" rotWithShape="1">
              <a:gsLst>
                <a:gs pos="0">
                  <a:srgbClr val="00447D">
                    <a:tint val="66000"/>
                    <a:satMod val="160000"/>
                  </a:srgbClr>
                </a:gs>
                <a:gs pos="50000">
                  <a:srgbClr val="00447D">
                    <a:tint val="44500"/>
                    <a:satMod val="160000"/>
                  </a:srgbClr>
                </a:gs>
                <a:gs pos="100000">
                  <a:srgbClr val="00447D">
                    <a:tint val="23500"/>
                    <a:satMod val="160000"/>
                  </a:srgbClr>
                </a:gs>
              </a:gsLst>
              <a:lin ang="5400000" scaled="1"/>
              <a:tileRect/>
            </a:gra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smtClean="0"/>
                <a:t>共享多功能网球车</a:t>
              </a:r>
              <a:endParaRPr lang="zh-CN" altLang="en-US" sz="1600" b="1"/>
            </a:p>
          </p:txBody>
        </p:sp>
        <p:sp>
          <p:nvSpPr>
            <p:cNvPr id="40" name="椭圆 39"/>
            <p:cNvSpPr/>
            <p:nvPr/>
          </p:nvSpPr>
          <p:spPr>
            <a:xfrm>
              <a:off x="3619851" y="1954752"/>
              <a:ext cx="909040" cy="850489"/>
            </a:xfrm>
            <a:prstGeom prst="ellipse">
              <a:avLst/>
            </a:prstGeom>
            <a:gradFill flip="none" rotWithShape="1">
              <a:gsLst>
                <a:gs pos="0">
                  <a:srgbClr val="00447D">
                    <a:tint val="66000"/>
                    <a:satMod val="160000"/>
                  </a:srgbClr>
                </a:gs>
                <a:gs pos="50000">
                  <a:srgbClr val="00447D">
                    <a:tint val="44500"/>
                    <a:satMod val="160000"/>
                  </a:srgbClr>
                </a:gs>
                <a:gs pos="100000">
                  <a:srgbClr val="00447D">
                    <a:tint val="23500"/>
                    <a:satMod val="160000"/>
                  </a:srgbClr>
                </a:gs>
              </a:gsLst>
              <a:lin ang="5400000" scaled="1"/>
              <a:tileRect/>
            </a:gra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300" smtClean="0"/>
                <a:t>共享</a:t>
              </a:r>
              <a:endParaRPr lang="zh-CN" altLang="en-US" sz="1300"/>
            </a:p>
          </p:txBody>
        </p:sp>
        <p:sp>
          <p:nvSpPr>
            <p:cNvPr id="41" name="椭圆 40"/>
            <p:cNvSpPr>
              <a:spLocks noChangeAspect="1"/>
            </p:cNvSpPr>
            <p:nvPr/>
          </p:nvSpPr>
          <p:spPr>
            <a:xfrm>
              <a:off x="4595032" y="5288904"/>
              <a:ext cx="1188000" cy="1188000"/>
            </a:xfrm>
            <a:prstGeom prst="ellipse">
              <a:avLst/>
            </a:prstGeom>
            <a:gradFill flip="none" rotWithShape="1">
              <a:gsLst>
                <a:gs pos="0">
                  <a:srgbClr val="00447D">
                    <a:tint val="66000"/>
                    <a:satMod val="160000"/>
                  </a:srgbClr>
                </a:gs>
                <a:gs pos="50000">
                  <a:srgbClr val="00447D">
                    <a:tint val="44500"/>
                    <a:satMod val="160000"/>
                  </a:srgbClr>
                </a:gs>
                <a:gs pos="100000">
                  <a:srgbClr val="00447D">
                    <a:tint val="23500"/>
                    <a:satMod val="160000"/>
                  </a:srgbClr>
                </a:gs>
              </a:gsLst>
              <a:lin ang="5400000" scaled="1"/>
              <a:tileRect/>
            </a:gra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400"/>
                <a:t>发球</a:t>
              </a:r>
            </a:p>
          </p:txBody>
        </p:sp>
        <p:sp>
          <p:nvSpPr>
            <p:cNvPr id="42" name="椭圆 41"/>
            <p:cNvSpPr/>
            <p:nvPr/>
          </p:nvSpPr>
          <p:spPr>
            <a:xfrm>
              <a:off x="2447720" y="4048104"/>
              <a:ext cx="1376072" cy="1327354"/>
            </a:xfrm>
            <a:prstGeom prst="ellipse">
              <a:avLst/>
            </a:prstGeom>
            <a:gradFill flip="none" rotWithShape="1">
              <a:gsLst>
                <a:gs pos="0">
                  <a:srgbClr val="00447D">
                    <a:tint val="66000"/>
                    <a:satMod val="160000"/>
                  </a:srgbClr>
                </a:gs>
                <a:gs pos="50000">
                  <a:srgbClr val="00447D">
                    <a:tint val="44500"/>
                    <a:satMod val="160000"/>
                  </a:srgbClr>
                </a:gs>
                <a:gs pos="100000">
                  <a:srgbClr val="00447D">
                    <a:tint val="23500"/>
                    <a:satMod val="160000"/>
                  </a:srgbClr>
                </a:gs>
              </a:gsLst>
              <a:lin ang="5400000" scaled="1"/>
              <a:tileRect/>
            </a:gra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600"/>
                <a:t>捡球</a:t>
              </a:r>
            </a:p>
          </p:txBody>
        </p:sp>
        <p:sp>
          <p:nvSpPr>
            <p:cNvPr id="43" name="椭圆 42"/>
            <p:cNvSpPr/>
            <p:nvPr/>
          </p:nvSpPr>
          <p:spPr>
            <a:xfrm>
              <a:off x="7475187" y="4697157"/>
              <a:ext cx="999242" cy="978086"/>
            </a:xfrm>
            <a:prstGeom prst="ellipse">
              <a:avLst/>
            </a:prstGeom>
            <a:gradFill flip="none" rotWithShape="1">
              <a:gsLst>
                <a:gs pos="0">
                  <a:srgbClr val="00447D">
                    <a:tint val="66000"/>
                    <a:satMod val="160000"/>
                  </a:srgbClr>
                </a:gs>
                <a:gs pos="50000">
                  <a:srgbClr val="00447D">
                    <a:tint val="44500"/>
                    <a:satMod val="160000"/>
                  </a:srgbClr>
                </a:gs>
                <a:gs pos="100000">
                  <a:srgbClr val="00447D">
                    <a:tint val="23500"/>
                    <a:satMod val="160000"/>
                  </a:srgbClr>
                </a:gs>
              </a:gsLst>
              <a:lin ang="5400000" scaled="1"/>
              <a:tileRect/>
            </a:gra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400"/>
                <a:t>扫水</a:t>
              </a:r>
            </a:p>
          </p:txBody>
        </p:sp>
        <p:sp>
          <p:nvSpPr>
            <p:cNvPr id="44" name="椭圆 43"/>
            <p:cNvSpPr>
              <a:spLocks noChangeAspect="1"/>
            </p:cNvSpPr>
            <p:nvPr/>
          </p:nvSpPr>
          <p:spPr>
            <a:xfrm>
              <a:off x="6948660" y="2403988"/>
              <a:ext cx="828000" cy="828000"/>
            </a:xfrm>
            <a:prstGeom prst="ellipse">
              <a:avLst/>
            </a:prstGeom>
            <a:gradFill flip="none" rotWithShape="1">
              <a:gsLst>
                <a:gs pos="0">
                  <a:srgbClr val="00447D">
                    <a:tint val="66000"/>
                    <a:satMod val="160000"/>
                  </a:srgbClr>
                </a:gs>
                <a:gs pos="50000">
                  <a:srgbClr val="00447D">
                    <a:tint val="44500"/>
                    <a:satMod val="160000"/>
                  </a:srgbClr>
                </a:gs>
                <a:gs pos="100000">
                  <a:srgbClr val="00447D">
                    <a:tint val="23500"/>
                    <a:satMod val="160000"/>
                  </a:srgbClr>
                </a:gs>
              </a:gsLst>
              <a:lin ang="5400000" scaled="1"/>
              <a:tileRect/>
            </a:gra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100"/>
                <a:t>拍照</a:t>
              </a:r>
            </a:p>
          </p:txBody>
        </p:sp>
        <p:sp>
          <p:nvSpPr>
            <p:cNvPr id="45" name="椭圆 44"/>
            <p:cNvSpPr/>
            <p:nvPr/>
          </p:nvSpPr>
          <p:spPr>
            <a:xfrm>
              <a:off x="5898203" y="872917"/>
              <a:ext cx="1376072" cy="1327354"/>
            </a:xfrm>
            <a:prstGeom prst="ellipse">
              <a:avLst/>
            </a:prstGeom>
            <a:gradFill flip="none" rotWithShape="1">
              <a:gsLst>
                <a:gs pos="0">
                  <a:srgbClr val="00447D">
                    <a:tint val="66000"/>
                    <a:satMod val="160000"/>
                  </a:srgbClr>
                </a:gs>
                <a:gs pos="50000">
                  <a:srgbClr val="00447D">
                    <a:tint val="44500"/>
                    <a:satMod val="160000"/>
                  </a:srgbClr>
                </a:gs>
                <a:gs pos="100000">
                  <a:srgbClr val="00447D">
                    <a:tint val="23500"/>
                    <a:satMod val="160000"/>
                  </a:srgbClr>
                </a:gs>
              </a:gsLst>
              <a:lin ang="5400000" scaled="1"/>
              <a:tileRect/>
            </a:gra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smtClean="0"/>
                <a:t>网球技术指导</a:t>
              </a:r>
              <a:endParaRPr lang="zh-CN" altLang="en-US" sz="1400"/>
            </a:p>
          </p:txBody>
        </p:sp>
        <p:sp>
          <p:nvSpPr>
            <p:cNvPr id="46" name="椭圆 45"/>
            <p:cNvSpPr/>
            <p:nvPr/>
          </p:nvSpPr>
          <p:spPr>
            <a:xfrm>
              <a:off x="8172956" y="2876981"/>
              <a:ext cx="1376072" cy="1327354"/>
            </a:xfrm>
            <a:prstGeom prst="ellipse">
              <a:avLst/>
            </a:prstGeom>
            <a:gradFill flip="none" rotWithShape="1">
              <a:gsLst>
                <a:gs pos="0">
                  <a:srgbClr val="00447D">
                    <a:tint val="66000"/>
                    <a:satMod val="160000"/>
                  </a:srgbClr>
                </a:gs>
                <a:gs pos="50000">
                  <a:srgbClr val="00447D">
                    <a:tint val="44500"/>
                    <a:satMod val="160000"/>
                  </a:srgbClr>
                </a:gs>
                <a:gs pos="100000">
                  <a:srgbClr val="00447D">
                    <a:tint val="23500"/>
                    <a:satMod val="160000"/>
                  </a:srgbClr>
                </a:gs>
              </a:gsLst>
              <a:lin ang="5400000" scaled="1"/>
              <a:tileRect/>
            </a:gra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smtClean="0"/>
                <a:t>费用少</a:t>
              </a:r>
              <a:endParaRPr lang="zh-CN" altLang="en-US" sz="1400"/>
            </a:p>
          </p:txBody>
        </p:sp>
        <p:cxnSp>
          <p:nvCxnSpPr>
            <p:cNvPr id="47" name="直接连接符 46"/>
            <p:cNvCxnSpPr/>
            <p:nvPr/>
          </p:nvCxnSpPr>
          <p:spPr>
            <a:xfrm flipH="1">
              <a:off x="6023113" y="2270934"/>
              <a:ext cx="377687" cy="106861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直接连接符 50"/>
            <p:cNvCxnSpPr>
              <a:stCxn id="44" idx="2"/>
            </p:cNvCxnSpPr>
            <p:nvPr/>
          </p:nvCxnSpPr>
          <p:spPr>
            <a:xfrm flipH="1">
              <a:off x="6135515" y="2817988"/>
              <a:ext cx="813145" cy="16981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2" name="直接连接符 51"/>
            <p:cNvCxnSpPr/>
            <p:nvPr/>
          </p:nvCxnSpPr>
          <p:spPr>
            <a:xfrm flipH="1">
              <a:off x="7061063" y="3660679"/>
              <a:ext cx="981226" cy="22128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3" name="直接连接符 52"/>
            <p:cNvCxnSpPr/>
            <p:nvPr/>
          </p:nvCxnSpPr>
          <p:spPr>
            <a:xfrm flipH="1" flipV="1">
              <a:off x="6796265" y="4340105"/>
              <a:ext cx="678922" cy="536283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4" name="直接连接符 53"/>
            <p:cNvCxnSpPr/>
            <p:nvPr/>
          </p:nvCxnSpPr>
          <p:spPr>
            <a:xfrm flipH="1">
              <a:off x="3865663" y="4154745"/>
              <a:ext cx="875302" cy="33047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直接连接符 54"/>
            <p:cNvCxnSpPr/>
            <p:nvPr/>
          </p:nvCxnSpPr>
          <p:spPr>
            <a:xfrm>
              <a:off x="4578733" y="4204335"/>
              <a:ext cx="315076" cy="101489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6" name="直接连接符 55"/>
            <p:cNvCxnSpPr/>
            <p:nvPr/>
          </p:nvCxnSpPr>
          <p:spPr>
            <a:xfrm>
              <a:off x="4427143" y="2815612"/>
              <a:ext cx="466666" cy="72504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34711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2"/>
          <p:cNvSpPr>
            <a:spLocks noChangeArrowheads="1"/>
          </p:cNvSpPr>
          <p:nvPr/>
        </p:nvSpPr>
        <p:spPr bwMode="auto">
          <a:xfrm>
            <a:off x="0" y="0"/>
            <a:ext cx="7920038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1041" name="组合 1040"/>
          <p:cNvGrpSpPr/>
          <p:nvPr/>
        </p:nvGrpSpPr>
        <p:grpSpPr>
          <a:xfrm>
            <a:off x="295255" y="4385405"/>
            <a:ext cx="7329528" cy="3778934"/>
            <a:chOff x="491842" y="4659725"/>
            <a:chExt cx="7329528" cy="3778934"/>
          </a:xfrm>
        </p:grpSpPr>
        <p:grpSp>
          <p:nvGrpSpPr>
            <p:cNvPr id="159" name="组合 158"/>
            <p:cNvGrpSpPr/>
            <p:nvPr/>
          </p:nvGrpSpPr>
          <p:grpSpPr>
            <a:xfrm>
              <a:off x="1125503" y="4659725"/>
              <a:ext cx="6695867" cy="3778934"/>
              <a:chOff x="430559" y="4446365"/>
              <a:chExt cx="6695867" cy="3778934"/>
            </a:xfrm>
          </p:grpSpPr>
          <p:pic>
            <p:nvPicPr>
              <p:cNvPr id="8" name="图片 7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240636" y="5152305"/>
                <a:ext cx="1025415" cy="811788"/>
              </a:xfrm>
              <a:prstGeom prst="rect">
                <a:avLst/>
              </a:prstGeom>
            </p:spPr>
          </p:pic>
          <p:grpSp>
            <p:nvGrpSpPr>
              <p:cNvPr id="4" name="组合 3"/>
              <p:cNvGrpSpPr/>
              <p:nvPr/>
            </p:nvGrpSpPr>
            <p:grpSpPr>
              <a:xfrm>
                <a:off x="3107890" y="5931069"/>
                <a:ext cx="1381400" cy="850045"/>
                <a:chOff x="6260112" y="-415736"/>
                <a:chExt cx="2455823" cy="1511191"/>
              </a:xfrm>
            </p:grpSpPr>
            <p:pic>
              <p:nvPicPr>
                <p:cNvPr id="38" name="图片 37"/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260112" y="-415736"/>
                  <a:ext cx="2455823" cy="1511191"/>
                </a:xfrm>
                <a:prstGeom prst="rect">
                  <a:avLst/>
                </a:prstGeom>
              </p:spPr>
            </p:pic>
            <p:sp>
              <p:nvSpPr>
                <p:cNvPr id="39" name="TextBox 5"/>
                <p:cNvSpPr txBox="1"/>
                <p:nvPr/>
              </p:nvSpPr>
              <p:spPr>
                <a:xfrm>
                  <a:off x="7105024" y="-386061"/>
                  <a:ext cx="692498" cy="41572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>
                    <a:lnSpc>
                      <a:spcPct val="150000"/>
                    </a:lnSpc>
                  </a:pPr>
                  <a:r>
                    <a:rPr lang="zh-CN" altLang="en-US" sz="1013" b="1">
                      <a:solidFill>
                        <a:schemeClr val="bg1"/>
                      </a:solidFill>
                      <a:latin typeface="Arial" panose="020B0604020202020204" pitchFamily="34" charset="0"/>
                      <a:ea typeface="微软雅黑" panose="020B0503020204020204" pitchFamily="34" charset="-122"/>
                      <a:sym typeface="Arial" panose="020B0604020202020204" pitchFamily="34" charset="0"/>
                    </a:rPr>
                    <a:t>俱乐部</a:t>
                  </a:r>
                  <a:endParaRPr lang="en-US" altLang="zh-CN" sz="900" b="1">
                    <a:solidFill>
                      <a:schemeClr val="bg1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</p:grpSp>
          <p:sp>
            <p:nvSpPr>
              <p:cNvPr id="46" name="TextBox 5"/>
              <p:cNvSpPr txBox="1"/>
              <p:nvPr/>
            </p:nvSpPr>
            <p:spPr>
              <a:xfrm>
                <a:off x="2362189" y="6250002"/>
                <a:ext cx="38472" cy="20774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900" b="1">
                    <a:solidFill>
                      <a:schemeClr val="bg1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)</a:t>
                </a:r>
              </a:p>
            </p:txBody>
          </p:sp>
          <p:sp>
            <p:nvSpPr>
              <p:cNvPr id="82" name="TextBox 5"/>
              <p:cNvSpPr txBox="1"/>
              <p:nvPr/>
            </p:nvSpPr>
            <p:spPr>
              <a:xfrm>
                <a:off x="2562367" y="7928203"/>
                <a:ext cx="38473" cy="20774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altLang="zh-CN" sz="900" b="1">
                    <a:solidFill>
                      <a:schemeClr val="bg1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)</a:t>
                </a:r>
              </a:p>
            </p:txBody>
          </p:sp>
          <p:cxnSp>
            <p:nvCxnSpPr>
              <p:cNvPr id="86" name="肘形连接符 85"/>
              <p:cNvCxnSpPr>
                <a:stCxn id="54" idx="3"/>
                <a:endCxn id="131" idx="0"/>
              </p:cNvCxnSpPr>
              <p:nvPr/>
            </p:nvCxnSpPr>
            <p:spPr>
              <a:xfrm>
                <a:off x="4568933" y="4754129"/>
                <a:ext cx="806100" cy="666726"/>
              </a:xfrm>
              <a:prstGeom prst="bentConnector2">
                <a:avLst/>
              </a:prstGeom>
              <a:ln>
                <a:solidFill>
                  <a:schemeClr val="tx1"/>
                </a:solidFill>
                <a:headEnd w="med" len="lg"/>
                <a:tailEnd type="triangl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03" name="组合 102"/>
              <p:cNvGrpSpPr/>
              <p:nvPr/>
            </p:nvGrpSpPr>
            <p:grpSpPr>
              <a:xfrm>
                <a:off x="3099002" y="6819652"/>
                <a:ext cx="1381400" cy="850045"/>
                <a:chOff x="10569155" y="1787180"/>
                <a:chExt cx="2455823" cy="1511191"/>
              </a:xfrm>
            </p:grpSpPr>
            <p:pic>
              <p:nvPicPr>
                <p:cNvPr id="97" name="图片 96"/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0569155" y="1787180"/>
                  <a:ext cx="2455823" cy="1511191"/>
                </a:xfrm>
                <a:prstGeom prst="rect">
                  <a:avLst/>
                </a:prstGeom>
              </p:spPr>
            </p:pic>
            <p:sp>
              <p:nvSpPr>
                <p:cNvPr id="98" name="TextBox 5"/>
                <p:cNvSpPr txBox="1"/>
                <p:nvPr/>
              </p:nvSpPr>
              <p:spPr>
                <a:xfrm>
                  <a:off x="11582034" y="1828206"/>
                  <a:ext cx="461664" cy="41572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>
                    <a:lnSpc>
                      <a:spcPct val="150000"/>
                    </a:lnSpc>
                  </a:pPr>
                  <a:r>
                    <a:rPr lang="zh-CN" altLang="en-US" sz="1013" b="1">
                      <a:solidFill>
                        <a:schemeClr val="bg1"/>
                      </a:solidFill>
                      <a:latin typeface="Arial" panose="020B0604020202020204" pitchFamily="34" charset="0"/>
                      <a:ea typeface="微软雅黑" panose="020B0503020204020204" pitchFamily="34" charset="-122"/>
                      <a:sym typeface="Arial" panose="020B0604020202020204" pitchFamily="34" charset="0"/>
                    </a:rPr>
                    <a:t>大学</a:t>
                  </a:r>
                  <a:endParaRPr lang="en-US" altLang="zh-CN" sz="900" b="1">
                    <a:solidFill>
                      <a:schemeClr val="bg1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</p:grpSp>
          <p:grpSp>
            <p:nvGrpSpPr>
              <p:cNvPr id="129" name="组合 128"/>
              <p:cNvGrpSpPr/>
              <p:nvPr/>
            </p:nvGrpSpPr>
            <p:grpSpPr>
              <a:xfrm>
                <a:off x="430559" y="5172361"/>
                <a:ext cx="1683122" cy="2797534"/>
                <a:chOff x="2967125" y="1035330"/>
                <a:chExt cx="2992217" cy="4973394"/>
              </a:xfrm>
            </p:grpSpPr>
            <p:grpSp>
              <p:nvGrpSpPr>
                <p:cNvPr id="2" name="组合 1"/>
                <p:cNvGrpSpPr/>
                <p:nvPr/>
              </p:nvGrpSpPr>
              <p:grpSpPr>
                <a:xfrm>
                  <a:off x="2967125" y="3481799"/>
                  <a:ext cx="2992217" cy="1800000"/>
                  <a:chOff x="4099008" y="1084620"/>
                  <a:chExt cx="2992217" cy="1800000"/>
                </a:xfrm>
              </p:grpSpPr>
              <p:grpSp>
                <p:nvGrpSpPr>
                  <p:cNvPr id="67" name="组合 66"/>
                  <p:cNvGrpSpPr>
                    <a:grpSpLocks noChangeAspect="1"/>
                  </p:cNvGrpSpPr>
                  <p:nvPr/>
                </p:nvGrpSpPr>
                <p:grpSpPr>
                  <a:xfrm>
                    <a:off x="4099008" y="1084620"/>
                    <a:ext cx="2992217" cy="1800000"/>
                    <a:chOff x="854764" y="824948"/>
                    <a:chExt cx="8976652" cy="5400000"/>
                  </a:xfrm>
                </p:grpSpPr>
                <p:grpSp>
                  <p:nvGrpSpPr>
                    <p:cNvPr id="65" name="组合 64"/>
                    <p:cNvGrpSpPr>
                      <a:grpSpLocks noChangeAspect="1"/>
                    </p:cNvGrpSpPr>
                    <p:nvPr/>
                  </p:nvGrpSpPr>
                  <p:grpSpPr>
                    <a:xfrm>
                      <a:off x="854764" y="824948"/>
                      <a:ext cx="8976652" cy="5400000"/>
                      <a:chOff x="854765" y="824948"/>
                      <a:chExt cx="7633252" cy="4591878"/>
                    </a:xfrm>
                  </p:grpSpPr>
                  <p:pic>
                    <p:nvPicPr>
                      <p:cNvPr id="63" name="图片 62"/>
                      <p:cNvPicPr>
                        <a:picLocks noChangeAspect="1"/>
                      </p:cNvPicPr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658928" y="1165119"/>
                        <a:ext cx="6112197" cy="4081203"/>
                      </a:xfrm>
                      <a:prstGeom prst="rect">
                        <a:avLst/>
                      </a:prstGeom>
                    </p:spPr>
                  </p:pic>
                  <p:sp>
                    <p:nvSpPr>
                      <p:cNvPr id="64" name="任意多边形 63"/>
                      <p:cNvSpPr/>
                      <p:nvPr/>
                    </p:nvSpPr>
                    <p:spPr>
                      <a:xfrm>
                        <a:off x="854765" y="824948"/>
                        <a:ext cx="7633252" cy="4591878"/>
                      </a:xfrm>
                      <a:custGeom>
                        <a:avLst/>
                        <a:gdLst>
                          <a:gd name="connsiteX0" fmla="*/ 785192 w 7633252"/>
                          <a:gd name="connsiteY0" fmla="*/ 3766930 h 4591878"/>
                          <a:gd name="connsiteX1" fmla="*/ 834887 w 7633252"/>
                          <a:gd name="connsiteY1" fmla="*/ 3747052 h 4591878"/>
                          <a:gd name="connsiteX2" fmla="*/ 894522 w 7633252"/>
                          <a:gd name="connsiteY2" fmla="*/ 3727174 h 4591878"/>
                          <a:gd name="connsiteX3" fmla="*/ 924339 w 7633252"/>
                          <a:gd name="connsiteY3" fmla="*/ 3717235 h 4591878"/>
                          <a:gd name="connsiteX4" fmla="*/ 983974 w 7633252"/>
                          <a:gd name="connsiteY4" fmla="*/ 3697356 h 4591878"/>
                          <a:gd name="connsiteX5" fmla="*/ 1023731 w 7633252"/>
                          <a:gd name="connsiteY5" fmla="*/ 3687417 h 4591878"/>
                          <a:gd name="connsiteX6" fmla="*/ 1053548 w 7633252"/>
                          <a:gd name="connsiteY6" fmla="*/ 3677478 h 4591878"/>
                          <a:gd name="connsiteX7" fmla="*/ 1093305 w 7633252"/>
                          <a:gd name="connsiteY7" fmla="*/ 3667539 h 4591878"/>
                          <a:gd name="connsiteX8" fmla="*/ 1152939 w 7633252"/>
                          <a:gd name="connsiteY8" fmla="*/ 3647661 h 4591878"/>
                          <a:gd name="connsiteX9" fmla="*/ 1172818 w 7633252"/>
                          <a:gd name="connsiteY9" fmla="*/ 3627782 h 4591878"/>
                          <a:gd name="connsiteX10" fmla="*/ 1202635 w 7633252"/>
                          <a:gd name="connsiteY10" fmla="*/ 3617843 h 4591878"/>
                          <a:gd name="connsiteX11" fmla="*/ 1232452 w 7633252"/>
                          <a:gd name="connsiteY11" fmla="*/ 3597965 h 4591878"/>
                          <a:gd name="connsiteX12" fmla="*/ 1401418 w 7633252"/>
                          <a:gd name="connsiteY12" fmla="*/ 3597965 h 4591878"/>
                          <a:gd name="connsiteX13" fmla="*/ 1480931 w 7633252"/>
                          <a:gd name="connsiteY13" fmla="*/ 3528391 h 4591878"/>
                          <a:gd name="connsiteX14" fmla="*/ 1570383 w 7633252"/>
                          <a:gd name="connsiteY14" fmla="*/ 3498574 h 4591878"/>
                          <a:gd name="connsiteX15" fmla="*/ 1600200 w 7633252"/>
                          <a:gd name="connsiteY15" fmla="*/ 3488635 h 4591878"/>
                          <a:gd name="connsiteX16" fmla="*/ 1630018 w 7633252"/>
                          <a:gd name="connsiteY16" fmla="*/ 3478695 h 4591878"/>
                          <a:gd name="connsiteX17" fmla="*/ 1639957 w 7633252"/>
                          <a:gd name="connsiteY17" fmla="*/ 3240156 h 4591878"/>
                          <a:gd name="connsiteX18" fmla="*/ 1620078 w 7633252"/>
                          <a:gd name="connsiteY18" fmla="*/ 3120887 h 4591878"/>
                          <a:gd name="connsiteX19" fmla="*/ 1649896 w 7633252"/>
                          <a:gd name="connsiteY19" fmla="*/ 2773017 h 4591878"/>
                          <a:gd name="connsiteX20" fmla="*/ 1669774 w 7633252"/>
                          <a:gd name="connsiteY20" fmla="*/ 2713382 h 4591878"/>
                          <a:gd name="connsiteX21" fmla="*/ 1679713 w 7633252"/>
                          <a:gd name="connsiteY21" fmla="*/ 2683565 h 4591878"/>
                          <a:gd name="connsiteX22" fmla="*/ 1689652 w 7633252"/>
                          <a:gd name="connsiteY22" fmla="*/ 2653748 h 4591878"/>
                          <a:gd name="connsiteX23" fmla="*/ 1699592 w 7633252"/>
                          <a:gd name="connsiteY23" fmla="*/ 2604052 h 4591878"/>
                          <a:gd name="connsiteX24" fmla="*/ 1719470 w 7633252"/>
                          <a:gd name="connsiteY24" fmla="*/ 2544417 h 4591878"/>
                          <a:gd name="connsiteX25" fmla="*/ 1759226 w 7633252"/>
                          <a:gd name="connsiteY25" fmla="*/ 2425148 h 4591878"/>
                          <a:gd name="connsiteX26" fmla="*/ 1779105 w 7633252"/>
                          <a:gd name="connsiteY26" fmla="*/ 2365513 h 4591878"/>
                          <a:gd name="connsiteX27" fmla="*/ 1789044 w 7633252"/>
                          <a:gd name="connsiteY27" fmla="*/ 2335695 h 4591878"/>
                          <a:gd name="connsiteX28" fmla="*/ 1808922 w 7633252"/>
                          <a:gd name="connsiteY28" fmla="*/ 2305878 h 4591878"/>
                          <a:gd name="connsiteX29" fmla="*/ 1818861 w 7633252"/>
                          <a:gd name="connsiteY29" fmla="*/ 2276061 h 4591878"/>
                          <a:gd name="connsiteX30" fmla="*/ 1858618 w 7633252"/>
                          <a:gd name="connsiteY30" fmla="*/ 2236304 h 4591878"/>
                          <a:gd name="connsiteX31" fmla="*/ 1878496 w 7633252"/>
                          <a:gd name="connsiteY31" fmla="*/ 2206487 h 4591878"/>
                          <a:gd name="connsiteX32" fmla="*/ 1908313 w 7633252"/>
                          <a:gd name="connsiteY32" fmla="*/ 2196548 h 4591878"/>
                          <a:gd name="connsiteX33" fmla="*/ 1987826 w 7633252"/>
                          <a:gd name="connsiteY33" fmla="*/ 2126974 h 4591878"/>
                          <a:gd name="connsiteX34" fmla="*/ 2007705 w 7633252"/>
                          <a:gd name="connsiteY34" fmla="*/ 2107095 h 4591878"/>
                          <a:gd name="connsiteX35" fmla="*/ 2047461 w 7633252"/>
                          <a:gd name="connsiteY35" fmla="*/ 2097156 h 4591878"/>
                          <a:gd name="connsiteX36" fmla="*/ 2136913 w 7633252"/>
                          <a:gd name="connsiteY36" fmla="*/ 2077278 h 4591878"/>
                          <a:gd name="connsiteX37" fmla="*/ 2206487 w 7633252"/>
                          <a:gd name="connsiteY37" fmla="*/ 2057400 h 4591878"/>
                          <a:gd name="connsiteX38" fmla="*/ 2385392 w 7633252"/>
                          <a:gd name="connsiteY38" fmla="*/ 2037522 h 4591878"/>
                          <a:gd name="connsiteX39" fmla="*/ 2733261 w 7633252"/>
                          <a:gd name="connsiteY39" fmla="*/ 2017643 h 4591878"/>
                          <a:gd name="connsiteX40" fmla="*/ 2842592 w 7633252"/>
                          <a:gd name="connsiteY40" fmla="*/ 2007704 h 4591878"/>
                          <a:gd name="connsiteX41" fmla="*/ 2882348 w 7633252"/>
                          <a:gd name="connsiteY41" fmla="*/ 1997765 h 4591878"/>
                          <a:gd name="connsiteX42" fmla="*/ 2932044 w 7633252"/>
                          <a:gd name="connsiteY42" fmla="*/ 1987826 h 4591878"/>
                          <a:gd name="connsiteX43" fmla="*/ 3001618 w 7633252"/>
                          <a:gd name="connsiteY43" fmla="*/ 1977887 h 4591878"/>
                          <a:gd name="connsiteX44" fmla="*/ 3101009 w 7633252"/>
                          <a:gd name="connsiteY44" fmla="*/ 1958009 h 4591878"/>
                          <a:gd name="connsiteX45" fmla="*/ 3180522 w 7633252"/>
                          <a:gd name="connsiteY45" fmla="*/ 1948069 h 4591878"/>
                          <a:gd name="connsiteX46" fmla="*/ 3230218 w 7633252"/>
                          <a:gd name="connsiteY46" fmla="*/ 1938130 h 4591878"/>
                          <a:gd name="connsiteX47" fmla="*/ 3289852 w 7633252"/>
                          <a:gd name="connsiteY47" fmla="*/ 1928191 h 4591878"/>
                          <a:gd name="connsiteX48" fmla="*/ 3369365 w 7633252"/>
                          <a:gd name="connsiteY48" fmla="*/ 1918252 h 4591878"/>
                          <a:gd name="connsiteX49" fmla="*/ 3468757 w 7633252"/>
                          <a:gd name="connsiteY49" fmla="*/ 1888435 h 4591878"/>
                          <a:gd name="connsiteX50" fmla="*/ 3558209 w 7633252"/>
                          <a:gd name="connsiteY50" fmla="*/ 1858617 h 4591878"/>
                          <a:gd name="connsiteX51" fmla="*/ 3826565 w 7633252"/>
                          <a:gd name="connsiteY51" fmla="*/ 1769165 h 4591878"/>
                          <a:gd name="connsiteX52" fmla="*/ 3886200 w 7633252"/>
                          <a:gd name="connsiteY52" fmla="*/ 1749287 h 4591878"/>
                          <a:gd name="connsiteX53" fmla="*/ 3916018 w 7633252"/>
                          <a:gd name="connsiteY53" fmla="*/ 1729409 h 4591878"/>
                          <a:gd name="connsiteX54" fmla="*/ 3975652 w 7633252"/>
                          <a:gd name="connsiteY54" fmla="*/ 1709530 h 4591878"/>
                          <a:gd name="connsiteX55" fmla="*/ 4035287 w 7633252"/>
                          <a:gd name="connsiteY55" fmla="*/ 1679713 h 4591878"/>
                          <a:gd name="connsiteX56" fmla="*/ 4124739 w 7633252"/>
                          <a:gd name="connsiteY56" fmla="*/ 1649895 h 4591878"/>
                          <a:gd name="connsiteX57" fmla="*/ 4184374 w 7633252"/>
                          <a:gd name="connsiteY57" fmla="*/ 1630017 h 4591878"/>
                          <a:gd name="connsiteX58" fmla="*/ 4214192 w 7633252"/>
                          <a:gd name="connsiteY58" fmla="*/ 1620078 h 4591878"/>
                          <a:gd name="connsiteX59" fmla="*/ 4621696 w 7633252"/>
                          <a:gd name="connsiteY59" fmla="*/ 1630017 h 4591878"/>
                          <a:gd name="connsiteX60" fmla="*/ 4701209 w 7633252"/>
                          <a:gd name="connsiteY60" fmla="*/ 1639956 h 4591878"/>
                          <a:gd name="connsiteX61" fmla="*/ 4830418 w 7633252"/>
                          <a:gd name="connsiteY61" fmla="*/ 1649895 h 4591878"/>
                          <a:gd name="connsiteX62" fmla="*/ 5178287 w 7633252"/>
                          <a:gd name="connsiteY62" fmla="*/ 1639956 h 4591878"/>
                          <a:gd name="connsiteX63" fmla="*/ 5357192 w 7633252"/>
                          <a:gd name="connsiteY63" fmla="*/ 1620078 h 4591878"/>
                          <a:gd name="connsiteX64" fmla="*/ 5665305 w 7633252"/>
                          <a:gd name="connsiteY64" fmla="*/ 1630017 h 4591878"/>
                          <a:gd name="connsiteX65" fmla="*/ 5675244 w 7633252"/>
                          <a:gd name="connsiteY65" fmla="*/ 1659835 h 4591878"/>
                          <a:gd name="connsiteX66" fmla="*/ 5685183 w 7633252"/>
                          <a:gd name="connsiteY66" fmla="*/ 1749287 h 4591878"/>
                          <a:gd name="connsiteX67" fmla="*/ 5695122 w 7633252"/>
                          <a:gd name="connsiteY67" fmla="*/ 1858617 h 4591878"/>
                          <a:gd name="connsiteX68" fmla="*/ 5724939 w 7633252"/>
                          <a:gd name="connsiteY68" fmla="*/ 1868556 h 4591878"/>
                          <a:gd name="connsiteX69" fmla="*/ 5864087 w 7633252"/>
                          <a:gd name="connsiteY69" fmla="*/ 1878495 h 4591878"/>
                          <a:gd name="connsiteX70" fmla="*/ 5874026 w 7633252"/>
                          <a:gd name="connsiteY70" fmla="*/ 2027582 h 4591878"/>
                          <a:gd name="connsiteX71" fmla="*/ 5774635 w 7633252"/>
                          <a:gd name="connsiteY71" fmla="*/ 2057400 h 4591878"/>
                          <a:gd name="connsiteX72" fmla="*/ 5715000 w 7633252"/>
                          <a:gd name="connsiteY72" fmla="*/ 2077278 h 4591878"/>
                          <a:gd name="connsiteX73" fmla="*/ 5665305 w 7633252"/>
                          <a:gd name="connsiteY73" fmla="*/ 2117035 h 4591878"/>
                          <a:gd name="connsiteX74" fmla="*/ 5655365 w 7633252"/>
                          <a:gd name="connsiteY74" fmla="*/ 2146852 h 4591878"/>
                          <a:gd name="connsiteX75" fmla="*/ 5635487 w 7633252"/>
                          <a:gd name="connsiteY75" fmla="*/ 2176669 h 4591878"/>
                          <a:gd name="connsiteX76" fmla="*/ 5635487 w 7633252"/>
                          <a:gd name="connsiteY76" fmla="*/ 2305878 h 4591878"/>
                          <a:gd name="connsiteX77" fmla="*/ 5655365 w 7633252"/>
                          <a:gd name="connsiteY77" fmla="*/ 2365513 h 4591878"/>
                          <a:gd name="connsiteX78" fmla="*/ 5645426 w 7633252"/>
                          <a:gd name="connsiteY78" fmla="*/ 2723322 h 4591878"/>
                          <a:gd name="connsiteX79" fmla="*/ 5655365 w 7633252"/>
                          <a:gd name="connsiteY79" fmla="*/ 2862469 h 4591878"/>
                          <a:gd name="connsiteX80" fmla="*/ 5675244 w 7633252"/>
                          <a:gd name="connsiteY80" fmla="*/ 2961861 h 4591878"/>
                          <a:gd name="connsiteX81" fmla="*/ 5675244 w 7633252"/>
                          <a:gd name="connsiteY81" fmla="*/ 3289852 h 4591878"/>
                          <a:gd name="connsiteX82" fmla="*/ 5665305 w 7633252"/>
                          <a:gd name="connsiteY82" fmla="*/ 3319669 h 4591878"/>
                          <a:gd name="connsiteX83" fmla="*/ 5675244 w 7633252"/>
                          <a:gd name="connsiteY83" fmla="*/ 3359426 h 4591878"/>
                          <a:gd name="connsiteX84" fmla="*/ 5734878 w 7633252"/>
                          <a:gd name="connsiteY84" fmla="*/ 3379304 h 4591878"/>
                          <a:gd name="connsiteX85" fmla="*/ 5794513 w 7633252"/>
                          <a:gd name="connsiteY85" fmla="*/ 3399182 h 4591878"/>
                          <a:gd name="connsiteX86" fmla="*/ 5824331 w 7633252"/>
                          <a:gd name="connsiteY86" fmla="*/ 3409122 h 4591878"/>
                          <a:gd name="connsiteX87" fmla="*/ 5864087 w 7633252"/>
                          <a:gd name="connsiteY87" fmla="*/ 3419061 h 4591878"/>
                          <a:gd name="connsiteX88" fmla="*/ 5923722 w 7633252"/>
                          <a:gd name="connsiteY88" fmla="*/ 3438939 h 4591878"/>
                          <a:gd name="connsiteX89" fmla="*/ 5963478 w 7633252"/>
                          <a:gd name="connsiteY89" fmla="*/ 3448878 h 4591878"/>
                          <a:gd name="connsiteX90" fmla="*/ 6023113 w 7633252"/>
                          <a:gd name="connsiteY90" fmla="*/ 3468756 h 4591878"/>
                          <a:gd name="connsiteX91" fmla="*/ 6033052 w 7633252"/>
                          <a:gd name="connsiteY91" fmla="*/ 3558209 h 4591878"/>
                          <a:gd name="connsiteX92" fmla="*/ 6013174 w 7633252"/>
                          <a:gd name="connsiteY92" fmla="*/ 3558209 h 4591878"/>
                          <a:gd name="connsiteX93" fmla="*/ 6023113 w 7633252"/>
                          <a:gd name="connsiteY93" fmla="*/ 4283765 h 4591878"/>
                          <a:gd name="connsiteX94" fmla="*/ 6033052 w 7633252"/>
                          <a:gd name="connsiteY94" fmla="*/ 4492487 h 4591878"/>
                          <a:gd name="connsiteX95" fmla="*/ 6042992 w 7633252"/>
                          <a:gd name="connsiteY95" fmla="*/ 4542182 h 4591878"/>
                          <a:gd name="connsiteX96" fmla="*/ 6052931 w 7633252"/>
                          <a:gd name="connsiteY96" fmla="*/ 4572000 h 4591878"/>
                          <a:gd name="connsiteX97" fmla="*/ 6082748 w 7633252"/>
                          <a:gd name="connsiteY97" fmla="*/ 4581939 h 4591878"/>
                          <a:gd name="connsiteX98" fmla="*/ 6162261 w 7633252"/>
                          <a:gd name="connsiteY98" fmla="*/ 4591878 h 4591878"/>
                          <a:gd name="connsiteX99" fmla="*/ 6410739 w 7633252"/>
                          <a:gd name="connsiteY99" fmla="*/ 4581939 h 4591878"/>
                          <a:gd name="connsiteX100" fmla="*/ 6480313 w 7633252"/>
                          <a:gd name="connsiteY100" fmla="*/ 4572000 h 4591878"/>
                          <a:gd name="connsiteX101" fmla="*/ 6718852 w 7633252"/>
                          <a:gd name="connsiteY101" fmla="*/ 4552122 h 4591878"/>
                          <a:gd name="connsiteX102" fmla="*/ 6867939 w 7633252"/>
                          <a:gd name="connsiteY102" fmla="*/ 4532243 h 4591878"/>
                          <a:gd name="connsiteX103" fmla="*/ 6947452 w 7633252"/>
                          <a:gd name="connsiteY103" fmla="*/ 4512365 h 4591878"/>
                          <a:gd name="connsiteX104" fmla="*/ 7007087 w 7633252"/>
                          <a:gd name="connsiteY104" fmla="*/ 4502426 h 4591878"/>
                          <a:gd name="connsiteX105" fmla="*/ 7046844 w 7633252"/>
                          <a:gd name="connsiteY105" fmla="*/ 4492487 h 4591878"/>
                          <a:gd name="connsiteX106" fmla="*/ 7116418 w 7633252"/>
                          <a:gd name="connsiteY106" fmla="*/ 4462669 h 4591878"/>
                          <a:gd name="connsiteX107" fmla="*/ 7166113 w 7633252"/>
                          <a:gd name="connsiteY107" fmla="*/ 4442791 h 4591878"/>
                          <a:gd name="connsiteX108" fmla="*/ 7215809 w 7633252"/>
                          <a:gd name="connsiteY108" fmla="*/ 4432852 h 4591878"/>
                          <a:gd name="connsiteX109" fmla="*/ 7255565 w 7633252"/>
                          <a:gd name="connsiteY109" fmla="*/ 4422913 h 4591878"/>
                          <a:gd name="connsiteX110" fmla="*/ 7305261 w 7633252"/>
                          <a:gd name="connsiteY110" fmla="*/ 4412974 h 4591878"/>
                          <a:gd name="connsiteX111" fmla="*/ 7364896 w 7633252"/>
                          <a:gd name="connsiteY111" fmla="*/ 4393095 h 4591878"/>
                          <a:gd name="connsiteX112" fmla="*/ 7404652 w 7633252"/>
                          <a:gd name="connsiteY112" fmla="*/ 4383156 h 4591878"/>
                          <a:gd name="connsiteX113" fmla="*/ 7444409 w 7633252"/>
                          <a:gd name="connsiteY113" fmla="*/ 4363278 h 4591878"/>
                          <a:gd name="connsiteX114" fmla="*/ 7504044 w 7633252"/>
                          <a:gd name="connsiteY114" fmla="*/ 4333461 h 4591878"/>
                          <a:gd name="connsiteX115" fmla="*/ 7533861 w 7633252"/>
                          <a:gd name="connsiteY115" fmla="*/ 4293704 h 4591878"/>
                          <a:gd name="connsiteX116" fmla="*/ 7553739 w 7633252"/>
                          <a:gd name="connsiteY116" fmla="*/ 4263887 h 4591878"/>
                          <a:gd name="connsiteX117" fmla="*/ 7573618 w 7633252"/>
                          <a:gd name="connsiteY117" fmla="*/ 4244009 h 4591878"/>
                          <a:gd name="connsiteX118" fmla="*/ 7593496 w 7633252"/>
                          <a:gd name="connsiteY118" fmla="*/ 4204252 h 4591878"/>
                          <a:gd name="connsiteX119" fmla="*/ 7603435 w 7633252"/>
                          <a:gd name="connsiteY119" fmla="*/ 4174435 h 4591878"/>
                          <a:gd name="connsiteX120" fmla="*/ 7623313 w 7633252"/>
                          <a:gd name="connsiteY120" fmla="*/ 4124739 h 4591878"/>
                          <a:gd name="connsiteX121" fmla="*/ 7633252 w 7633252"/>
                          <a:gd name="connsiteY121" fmla="*/ 4025348 h 4591878"/>
                          <a:gd name="connsiteX122" fmla="*/ 7623313 w 7633252"/>
                          <a:gd name="connsiteY122" fmla="*/ 3826565 h 4591878"/>
                          <a:gd name="connsiteX123" fmla="*/ 7603435 w 7633252"/>
                          <a:gd name="connsiteY123" fmla="*/ 3657600 h 4591878"/>
                          <a:gd name="connsiteX124" fmla="*/ 7583557 w 7633252"/>
                          <a:gd name="connsiteY124" fmla="*/ 3558209 h 4591878"/>
                          <a:gd name="connsiteX125" fmla="*/ 7563678 w 7633252"/>
                          <a:gd name="connsiteY125" fmla="*/ 3468756 h 4591878"/>
                          <a:gd name="connsiteX126" fmla="*/ 7543800 w 7633252"/>
                          <a:gd name="connsiteY126" fmla="*/ 3409122 h 4591878"/>
                          <a:gd name="connsiteX127" fmla="*/ 7523922 w 7633252"/>
                          <a:gd name="connsiteY127" fmla="*/ 3359426 h 4591878"/>
                          <a:gd name="connsiteX128" fmla="*/ 7504044 w 7633252"/>
                          <a:gd name="connsiteY128" fmla="*/ 3269974 h 4591878"/>
                          <a:gd name="connsiteX129" fmla="*/ 7484165 w 7633252"/>
                          <a:gd name="connsiteY129" fmla="*/ 3200400 h 4591878"/>
                          <a:gd name="connsiteX130" fmla="*/ 7474226 w 7633252"/>
                          <a:gd name="connsiteY130" fmla="*/ 3150704 h 4591878"/>
                          <a:gd name="connsiteX131" fmla="*/ 7414592 w 7633252"/>
                          <a:gd name="connsiteY131" fmla="*/ 3001617 h 4591878"/>
                          <a:gd name="connsiteX132" fmla="*/ 7384774 w 7633252"/>
                          <a:gd name="connsiteY132" fmla="*/ 2892287 h 4591878"/>
                          <a:gd name="connsiteX133" fmla="*/ 7354957 w 7633252"/>
                          <a:gd name="connsiteY133" fmla="*/ 2812774 h 4591878"/>
                          <a:gd name="connsiteX134" fmla="*/ 7305261 w 7633252"/>
                          <a:gd name="connsiteY134" fmla="*/ 2653748 h 4591878"/>
                          <a:gd name="connsiteX135" fmla="*/ 7255565 w 7633252"/>
                          <a:gd name="connsiteY135" fmla="*/ 2484782 h 4591878"/>
                          <a:gd name="connsiteX136" fmla="*/ 7205870 w 7633252"/>
                          <a:gd name="connsiteY136" fmla="*/ 2315817 h 4591878"/>
                          <a:gd name="connsiteX137" fmla="*/ 7166113 w 7633252"/>
                          <a:gd name="connsiteY137" fmla="*/ 2176669 h 4591878"/>
                          <a:gd name="connsiteX138" fmla="*/ 7146235 w 7633252"/>
                          <a:gd name="connsiteY138" fmla="*/ 2077278 h 4591878"/>
                          <a:gd name="connsiteX139" fmla="*/ 7116418 w 7633252"/>
                          <a:gd name="connsiteY139" fmla="*/ 1987826 h 4591878"/>
                          <a:gd name="connsiteX140" fmla="*/ 7106478 w 7633252"/>
                          <a:gd name="connsiteY140" fmla="*/ 1918252 h 4591878"/>
                          <a:gd name="connsiteX141" fmla="*/ 7056783 w 7633252"/>
                          <a:gd name="connsiteY141" fmla="*/ 1729409 h 4591878"/>
                          <a:gd name="connsiteX142" fmla="*/ 7046844 w 7633252"/>
                          <a:gd name="connsiteY142" fmla="*/ 1639956 h 4591878"/>
                          <a:gd name="connsiteX143" fmla="*/ 7017026 w 7633252"/>
                          <a:gd name="connsiteY143" fmla="*/ 1461052 h 4591878"/>
                          <a:gd name="connsiteX144" fmla="*/ 6997148 w 7633252"/>
                          <a:gd name="connsiteY144" fmla="*/ 1302026 h 4591878"/>
                          <a:gd name="connsiteX145" fmla="*/ 6977270 w 7633252"/>
                          <a:gd name="connsiteY145" fmla="*/ 1182756 h 4591878"/>
                          <a:gd name="connsiteX146" fmla="*/ 6967331 w 7633252"/>
                          <a:gd name="connsiteY146" fmla="*/ 1053548 h 4591878"/>
                          <a:gd name="connsiteX147" fmla="*/ 6947452 w 7633252"/>
                          <a:gd name="connsiteY147" fmla="*/ 944217 h 4591878"/>
                          <a:gd name="connsiteX148" fmla="*/ 6937513 w 7633252"/>
                          <a:gd name="connsiteY148" fmla="*/ 188843 h 4591878"/>
                          <a:gd name="connsiteX149" fmla="*/ 6907696 w 7633252"/>
                          <a:gd name="connsiteY149" fmla="*/ 129209 h 4591878"/>
                          <a:gd name="connsiteX150" fmla="*/ 6848061 w 7633252"/>
                          <a:gd name="connsiteY150" fmla="*/ 99391 h 4591878"/>
                          <a:gd name="connsiteX151" fmla="*/ 6818244 w 7633252"/>
                          <a:gd name="connsiteY151" fmla="*/ 79513 h 4591878"/>
                          <a:gd name="connsiteX152" fmla="*/ 6748670 w 7633252"/>
                          <a:gd name="connsiteY152" fmla="*/ 59635 h 4591878"/>
                          <a:gd name="connsiteX153" fmla="*/ 6500192 w 7633252"/>
                          <a:gd name="connsiteY153" fmla="*/ 69574 h 4591878"/>
                          <a:gd name="connsiteX154" fmla="*/ 6420678 w 7633252"/>
                          <a:gd name="connsiteY154" fmla="*/ 89452 h 4591878"/>
                          <a:gd name="connsiteX155" fmla="*/ 6301409 w 7633252"/>
                          <a:gd name="connsiteY155" fmla="*/ 99391 h 4591878"/>
                          <a:gd name="connsiteX156" fmla="*/ 6122505 w 7633252"/>
                          <a:gd name="connsiteY156" fmla="*/ 139148 h 4591878"/>
                          <a:gd name="connsiteX157" fmla="*/ 6033052 w 7633252"/>
                          <a:gd name="connsiteY157" fmla="*/ 149087 h 4591878"/>
                          <a:gd name="connsiteX158" fmla="*/ 5953539 w 7633252"/>
                          <a:gd name="connsiteY158" fmla="*/ 168965 h 4591878"/>
                          <a:gd name="connsiteX159" fmla="*/ 5883965 w 7633252"/>
                          <a:gd name="connsiteY159" fmla="*/ 188843 h 4591878"/>
                          <a:gd name="connsiteX160" fmla="*/ 5774635 w 7633252"/>
                          <a:gd name="connsiteY160" fmla="*/ 198782 h 4591878"/>
                          <a:gd name="connsiteX161" fmla="*/ 5675244 w 7633252"/>
                          <a:gd name="connsiteY161" fmla="*/ 218661 h 4591878"/>
                          <a:gd name="connsiteX162" fmla="*/ 5635487 w 7633252"/>
                          <a:gd name="connsiteY162" fmla="*/ 228600 h 4591878"/>
                          <a:gd name="connsiteX163" fmla="*/ 5506278 w 7633252"/>
                          <a:gd name="connsiteY163" fmla="*/ 248478 h 4591878"/>
                          <a:gd name="connsiteX164" fmla="*/ 5357192 w 7633252"/>
                          <a:gd name="connsiteY164" fmla="*/ 258417 h 4591878"/>
                          <a:gd name="connsiteX165" fmla="*/ 4840357 w 7633252"/>
                          <a:gd name="connsiteY165" fmla="*/ 248478 h 4591878"/>
                          <a:gd name="connsiteX166" fmla="*/ 4731026 w 7633252"/>
                          <a:gd name="connsiteY166" fmla="*/ 228600 h 4591878"/>
                          <a:gd name="connsiteX167" fmla="*/ 4671392 w 7633252"/>
                          <a:gd name="connsiteY167" fmla="*/ 218661 h 4591878"/>
                          <a:gd name="connsiteX168" fmla="*/ 4591878 w 7633252"/>
                          <a:gd name="connsiteY168" fmla="*/ 198782 h 4591878"/>
                          <a:gd name="connsiteX169" fmla="*/ 4502426 w 7633252"/>
                          <a:gd name="connsiteY169" fmla="*/ 188843 h 4591878"/>
                          <a:gd name="connsiteX170" fmla="*/ 4472609 w 7633252"/>
                          <a:gd name="connsiteY170" fmla="*/ 178904 h 4591878"/>
                          <a:gd name="connsiteX171" fmla="*/ 4403035 w 7633252"/>
                          <a:gd name="connsiteY171" fmla="*/ 168965 h 4591878"/>
                          <a:gd name="connsiteX172" fmla="*/ 4343400 w 7633252"/>
                          <a:gd name="connsiteY172" fmla="*/ 159026 h 4591878"/>
                          <a:gd name="connsiteX173" fmla="*/ 4293705 w 7633252"/>
                          <a:gd name="connsiteY173" fmla="*/ 149087 h 4591878"/>
                          <a:gd name="connsiteX174" fmla="*/ 4164496 w 7633252"/>
                          <a:gd name="connsiteY174" fmla="*/ 129209 h 4591878"/>
                          <a:gd name="connsiteX175" fmla="*/ 4114800 w 7633252"/>
                          <a:gd name="connsiteY175" fmla="*/ 119269 h 4591878"/>
                          <a:gd name="connsiteX176" fmla="*/ 4005470 w 7633252"/>
                          <a:gd name="connsiteY176" fmla="*/ 109330 h 4591878"/>
                          <a:gd name="connsiteX177" fmla="*/ 3886200 w 7633252"/>
                          <a:gd name="connsiteY177" fmla="*/ 89452 h 4591878"/>
                          <a:gd name="connsiteX178" fmla="*/ 3687418 w 7633252"/>
                          <a:gd name="connsiteY178" fmla="*/ 59635 h 4591878"/>
                          <a:gd name="connsiteX179" fmla="*/ 3568148 w 7633252"/>
                          <a:gd name="connsiteY179" fmla="*/ 39756 h 4591878"/>
                          <a:gd name="connsiteX180" fmla="*/ 3329609 w 7633252"/>
                          <a:gd name="connsiteY180" fmla="*/ 19878 h 4591878"/>
                          <a:gd name="connsiteX181" fmla="*/ 3230218 w 7633252"/>
                          <a:gd name="connsiteY181" fmla="*/ 9939 h 4591878"/>
                          <a:gd name="connsiteX182" fmla="*/ 3081131 w 7633252"/>
                          <a:gd name="connsiteY182" fmla="*/ 0 h 4591878"/>
                          <a:gd name="connsiteX183" fmla="*/ 2524539 w 7633252"/>
                          <a:gd name="connsiteY183" fmla="*/ 9939 h 4591878"/>
                          <a:gd name="connsiteX184" fmla="*/ 2484783 w 7633252"/>
                          <a:gd name="connsiteY184" fmla="*/ 19878 h 4591878"/>
                          <a:gd name="connsiteX185" fmla="*/ 2365513 w 7633252"/>
                          <a:gd name="connsiteY185" fmla="*/ 29817 h 4591878"/>
                          <a:gd name="connsiteX186" fmla="*/ 2146852 w 7633252"/>
                          <a:gd name="connsiteY186" fmla="*/ 49695 h 4591878"/>
                          <a:gd name="connsiteX187" fmla="*/ 1868557 w 7633252"/>
                          <a:gd name="connsiteY187" fmla="*/ 69574 h 4591878"/>
                          <a:gd name="connsiteX188" fmla="*/ 1798983 w 7633252"/>
                          <a:gd name="connsiteY188" fmla="*/ 79513 h 4591878"/>
                          <a:gd name="connsiteX189" fmla="*/ 1719470 w 7633252"/>
                          <a:gd name="connsiteY189" fmla="*/ 89452 h 4591878"/>
                          <a:gd name="connsiteX190" fmla="*/ 1431235 w 7633252"/>
                          <a:gd name="connsiteY190" fmla="*/ 119269 h 4591878"/>
                          <a:gd name="connsiteX191" fmla="*/ 1331844 w 7633252"/>
                          <a:gd name="connsiteY191" fmla="*/ 129209 h 4591878"/>
                          <a:gd name="connsiteX192" fmla="*/ 1212574 w 7633252"/>
                          <a:gd name="connsiteY192" fmla="*/ 139148 h 4591878"/>
                          <a:gd name="connsiteX193" fmla="*/ 1023731 w 7633252"/>
                          <a:gd name="connsiteY193" fmla="*/ 159026 h 4591878"/>
                          <a:gd name="connsiteX194" fmla="*/ 884583 w 7633252"/>
                          <a:gd name="connsiteY194" fmla="*/ 178904 h 4591878"/>
                          <a:gd name="connsiteX195" fmla="*/ 834887 w 7633252"/>
                          <a:gd name="connsiteY195" fmla="*/ 188843 h 4591878"/>
                          <a:gd name="connsiteX196" fmla="*/ 795131 w 7633252"/>
                          <a:gd name="connsiteY196" fmla="*/ 198782 h 4591878"/>
                          <a:gd name="connsiteX197" fmla="*/ 695739 w 7633252"/>
                          <a:gd name="connsiteY197" fmla="*/ 208722 h 4591878"/>
                          <a:gd name="connsiteX198" fmla="*/ 655983 w 7633252"/>
                          <a:gd name="connsiteY198" fmla="*/ 218661 h 4591878"/>
                          <a:gd name="connsiteX199" fmla="*/ 586409 w 7633252"/>
                          <a:gd name="connsiteY199" fmla="*/ 228600 h 4591878"/>
                          <a:gd name="connsiteX200" fmla="*/ 526774 w 7633252"/>
                          <a:gd name="connsiteY200" fmla="*/ 258417 h 4591878"/>
                          <a:gd name="connsiteX201" fmla="*/ 447261 w 7633252"/>
                          <a:gd name="connsiteY201" fmla="*/ 337930 h 4591878"/>
                          <a:gd name="connsiteX202" fmla="*/ 407505 w 7633252"/>
                          <a:gd name="connsiteY202" fmla="*/ 417443 h 4591878"/>
                          <a:gd name="connsiteX203" fmla="*/ 357809 w 7633252"/>
                          <a:gd name="connsiteY203" fmla="*/ 496956 h 4591878"/>
                          <a:gd name="connsiteX204" fmla="*/ 318052 w 7633252"/>
                          <a:gd name="connsiteY204" fmla="*/ 596348 h 4591878"/>
                          <a:gd name="connsiteX205" fmla="*/ 298174 w 7633252"/>
                          <a:gd name="connsiteY205" fmla="*/ 636104 h 4591878"/>
                          <a:gd name="connsiteX206" fmla="*/ 278296 w 7633252"/>
                          <a:gd name="connsiteY206" fmla="*/ 685800 h 4591878"/>
                          <a:gd name="connsiteX207" fmla="*/ 208722 w 7633252"/>
                          <a:gd name="connsiteY207" fmla="*/ 834887 h 4591878"/>
                          <a:gd name="connsiteX208" fmla="*/ 178905 w 7633252"/>
                          <a:gd name="connsiteY208" fmla="*/ 924339 h 4591878"/>
                          <a:gd name="connsiteX209" fmla="*/ 168965 w 7633252"/>
                          <a:gd name="connsiteY209" fmla="*/ 983974 h 4591878"/>
                          <a:gd name="connsiteX210" fmla="*/ 149087 w 7633252"/>
                          <a:gd name="connsiteY210" fmla="*/ 1023730 h 4591878"/>
                          <a:gd name="connsiteX211" fmla="*/ 129209 w 7633252"/>
                          <a:gd name="connsiteY211" fmla="*/ 1093304 h 4591878"/>
                          <a:gd name="connsiteX212" fmla="*/ 119270 w 7633252"/>
                          <a:gd name="connsiteY212" fmla="*/ 1123122 h 4591878"/>
                          <a:gd name="connsiteX213" fmla="*/ 109331 w 7633252"/>
                          <a:gd name="connsiteY213" fmla="*/ 1192695 h 4591878"/>
                          <a:gd name="connsiteX214" fmla="*/ 89452 w 7633252"/>
                          <a:gd name="connsiteY214" fmla="*/ 1272209 h 4591878"/>
                          <a:gd name="connsiteX215" fmla="*/ 79513 w 7633252"/>
                          <a:gd name="connsiteY215" fmla="*/ 1341782 h 4591878"/>
                          <a:gd name="connsiteX216" fmla="*/ 69574 w 7633252"/>
                          <a:gd name="connsiteY216" fmla="*/ 1381539 h 4591878"/>
                          <a:gd name="connsiteX217" fmla="*/ 49696 w 7633252"/>
                          <a:gd name="connsiteY217" fmla="*/ 1490869 h 4591878"/>
                          <a:gd name="connsiteX218" fmla="*/ 29818 w 7633252"/>
                          <a:gd name="connsiteY218" fmla="*/ 1649895 h 4591878"/>
                          <a:gd name="connsiteX219" fmla="*/ 19878 w 7633252"/>
                          <a:gd name="connsiteY219" fmla="*/ 1739348 h 4591878"/>
                          <a:gd name="connsiteX220" fmla="*/ 0 w 7633252"/>
                          <a:gd name="connsiteY220" fmla="*/ 1908313 h 4591878"/>
                          <a:gd name="connsiteX221" fmla="*/ 9939 w 7633252"/>
                          <a:gd name="connsiteY221" fmla="*/ 2534478 h 4591878"/>
                          <a:gd name="connsiteX222" fmla="*/ 19878 w 7633252"/>
                          <a:gd name="connsiteY222" fmla="*/ 2574235 h 4591878"/>
                          <a:gd name="connsiteX223" fmla="*/ 59635 w 7633252"/>
                          <a:gd name="connsiteY223" fmla="*/ 2703443 h 4591878"/>
                          <a:gd name="connsiteX224" fmla="*/ 79513 w 7633252"/>
                          <a:gd name="connsiteY224" fmla="*/ 2802835 h 4591878"/>
                          <a:gd name="connsiteX225" fmla="*/ 99392 w 7633252"/>
                          <a:gd name="connsiteY225" fmla="*/ 2842591 h 4591878"/>
                          <a:gd name="connsiteX226" fmla="*/ 119270 w 7633252"/>
                          <a:gd name="connsiteY226" fmla="*/ 2922104 h 4591878"/>
                          <a:gd name="connsiteX227" fmla="*/ 129209 w 7633252"/>
                          <a:gd name="connsiteY227" fmla="*/ 2961861 h 4591878"/>
                          <a:gd name="connsiteX228" fmla="*/ 159026 w 7633252"/>
                          <a:gd name="connsiteY228" fmla="*/ 3101009 h 4591878"/>
                          <a:gd name="connsiteX229" fmla="*/ 178905 w 7633252"/>
                          <a:gd name="connsiteY229" fmla="*/ 3160643 h 4591878"/>
                          <a:gd name="connsiteX230" fmla="*/ 188844 w 7633252"/>
                          <a:gd name="connsiteY230" fmla="*/ 3190461 h 4591878"/>
                          <a:gd name="connsiteX231" fmla="*/ 198783 w 7633252"/>
                          <a:gd name="connsiteY231" fmla="*/ 3279913 h 4591878"/>
                          <a:gd name="connsiteX232" fmla="*/ 228600 w 7633252"/>
                          <a:gd name="connsiteY232" fmla="*/ 3379304 h 4591878"/>
                          <a:gd name="connsiteX233" fmla="*/ 238539 w 7633252"/>
                          <a:gd name="connsiteY233" fmla="*/ 3419061 h 4591878"/>
                          <a:gd name="connsiteX234" fmla="*/ 248478 w 7633252"/>
                          <a:gd name="connsiteY234" fmla="*/ 3448878 h 4591878"/>
                          <a:gd name="connsiteX235" fmla="*/ 258418 w 7633252"/>
                          <a:gd name="connsiteY235" fmla="*/ 3498574 h 4591878"/>
                          <a:gd name="connsiteX236" fmla="*/ 268357 w 7633252"/>
                          <a:gd name="connsiteY236" fmla="*/ 3538330 h 4591878"/>
                          <a:gd name="connsiteX237" fmla="*/ 298174 w 7633252"/>
                          <a:gd name="connsiteY237" fmla="*/ 3657600 h 4591878"/>
                          <a:gd name="connsiteX238" fmla="*/ 318052 w 7633252"/>
                          <a:gd name="connsiteY238" fmla="*/ 3687417 h 4591878"/>
                          <a:gd name="connsiteX239" fmla="*/ 347870 w 7633252"/>
                          <a:gd name="connsiteY239" fmla="*/ 3697356 h 4591878"/>
                          <a:gd name="connsiteX240" fmla="*/ 367748 w 7633252"/>
                          <a:gd name="connsiteY240" fmla="*/ 3717235 h 4591878"/>
                          <a:gd name="connsiteX241" fmla="*/ 407505 w 7633252"/>
                          <a:gd name="connsiteY241" fmla="*/ 3727174 h 4591878"/>
                          <a:gd name="connsiteX242" fmla="*/ 437322 w 7633252"/>
                          <a:gd name="connsiteY242" fmla="*/ 3737113 h 4591878"/>
                          <a:gd name="connsiteX243" fmla="*/ 467139 w 7633252"/>
                          <a:gd name="connsiteY243" fmla="*/ 3756991 h 4591878"/>
                          <a:gd name="connsiteX244" fmla="*/ 506896 w 7633252"/>
                          <a:gd name="connsiteY244" fmla="*/ 3766930 h 4591878"/>
                          <a:gd name="connsiteX245" fmla="*/ 606287 w 7633252"/>
                          <a:gd name="connsiteY245" fmla="*/ 3786809 h 4591878"/>
                          <a:gd name="connsiteX246" fmla="*/ 864705 w 7633252"/>
                          <a:gd name="connsiteY246" fmla="*/ 3776869 h 4591878"/>
                          <a:gd name="connsiteX247" fmla="*/ 834887 w 7633252"/>
                          <a:gd name="connsiteY247" fmla="*/ 3766930 h 4591878"/>
                          <a:gd name="connsiteX248" fmla="*/ 785192 w 7633252"/>
                          <a:gd name="connsiteY248" fmla="*/ 3766930 h 459187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  <a:cxn ang="0">
                            <a:pos x="connsiteX17" y="connsiteY17"/>
                          </a:cxn>
                          <a:cxn ang="0">
                            <a:pos x="connsiteX18" y="connsiteY18"/>
                          </a:cxn>
                          <a:cxn ang="0">
                            <a:pos x="connsiteX19" y="connsiteY19"/>
                          </a:cxn>
                          <a:cxn ang="0">
                            <a:pos x="connsiteX20" y="connsiteY20"/>
                          </a:cxn>
                          <a:cxn ang="0">
                            <a:pos x="connsiteX21" y="connsiteY21"/>
                          </a:cxn>
                          <a:cxn ang="0">
                            <a:pos x="connsiteX22" y="connsiteY22"/>
                          </a:cxn>
                          <a:cxn ang="0">
                            <a:pos x="connsiteX23" y="connsiteY23"/>
                          </a:cxn>
                          <a:cxn ang="0">
                            <a:pos x="connsiteX24" y="connsiteY24"/>
                          </a:cxn>
                          <a:cxn ang="0">
                            <a:pos x="connsiteX25" y="connsiteY25"/>
                          </a:cxn>
                          <a:cxn ang="0">
                            <a:pos x="connsiteX26" y="connsiteY26"/>
                          </a:cxn>
                          <a:cxn ang="0">
                            <a:pos x="connsiteX27" y="connsiteY27"/>
                          </a:cxn>
                          <a:cxn ang="0">
                            <a:pos x="connsiteX28" y="connsiteY28"/>
                          </a:cxn>
                          <a:cxn ang="0">
                            <a:pos x="connsiteX29" y="connsiteY29"/>
                          </a:cxn>
                          <a:cxn ang="0">
                            <a:pos x="connsiteX30" y="connsiteY30"/>
                          </a:cxn>
                          <a:cxn ang="0">
                            <a:pos x="connsiteX31" y="connsiteY31"/>
                          </a:cxn>
                          <a:cxn ang="0">
                            <a:pos x="connsiteX32" y="connsiteY32"/>
                          </a:cxn>
                          <a:cxn ang="0">
                            <a:pos x="connsiteX33" y="connsiteY33"/>
                          </a:cxn>
                          <a:cxn ang="0">
                            <a:pos x="connsiteX34" y="connsiteY34"/>
                          </a:cxn>
                          <a:cxn ang="0">
                            <a:pos x="connsiteX35" y="connsiteY35"/>
                          </a:cxn>
                          <a:cxn ang="0">
                            <a:pos x="connsiteX36" y="connsiteY36"/>
                          </a:cxn>
                          <a:cxn ang="0">
                            <a:pos x="connsiteX37" y="connsiteY37"/>
                          </a:cxn>
                          <a:cxn ang="0">
                            <a:pos x="connsiteX38" y="connsiteY38"/>
                          </a:cxn>
                          <a:cxn ang="0">
                            <a:pos x="connsiteX39" y="connsiteY39"/>
                          </a:cxn>
                          <a:cxn ang="0">
                            <a:pos x="connsiteX40" y="connsiteY40"/>
                          </a:cxn>
                          <a:cxn ang="0">
                            <a:pos x="connsiteX41" y="connsiteY41"/>
                          </a:cxn>
                          <a:cxn ang="0">
                            <a:pos x="connsiteX42" y="connsiteY42"/>
                          </a:cxn>
                          <a:cxn ang="0">
                            <a:pos x="connsiteX43" y="connsiteY43"/>
                          </a:cxn>
                          <a:cxn ang="0">
                            <a:pos x="connsiteX44" y="connsiteY44"/>
                          </a:cxn>
                          <a:cxn ang="0">
                            <a:pos x="connsiteX45" y="connsiteY45"/>
                          </a:cxn>
                          <a:cxn ang="0">
                            <a:pos x="connsiteX46" y="connsiteY46"/>
                          </a:cxn>
                          <a:cxn ang="0">
                            <a:pos x="connsiteX47" y="connsiteY47"/>
                          </a:cxn>
                          <a:cxn ang="0">
                            <a:pos x="connsiteX48" y="connsiteY48"/>
                          </a:cxn>
                          <a:cxn ang="0">
                            <a:pos x="connsiteX49" y="connsiteY49"/>
                          </a:cxn>
                          <a:cxn ang="0">
                            <a:pos x="connsiteX50" y="connsiteY50"/>
                          </a:cxn>
                          <a:cxn ang="0">
                            <a:pos x="connsiteX51" y="connsiteY51"/>
                          </a:cxn>
                          <a:cxn ang="0">
                            <a:pos x="connsiteX52" y="connsiteY52"/>
                          </a:cxn>
                          <a:cxn ang="0">
                            <a:pos x="connsiteX53" y="connsiteY53"/>
                          </a:cxn>
                          <a:cxn ang="0">
                            <a:pos x="connsiteX54" y="connsiteY54"/>
                          </a:cxn>
                          <a:cxn ang="0">
                            <a:pos x="connsiteX55" y="connsiteY55"/>
                          </a:cxn>
                          <a:cxn ang="0">
                            <a:pos x="connsiteX56" y="connsiteY56"/>
                          </a:cxn>
                          <a:cxn ang="0">
                            <a:pos x="connsiteX57" y="connsiteY57"/>
                          </a:cxn>
                          <a:cxn ang="0">
                            <a:pos x="connsiteX58" y="connsiteY58"/>
                          </a:cxn>
                          <a:cxn ang="0">
                            <a:pos x="connsiteX59" y="connsiteY59"/>
                          </a:cxn>
                          <a:cxn ang="0">
                            <a:pos x="connsiteX60" y="connsiteY60"/>
                          </a:cxn>
                          <a:cxn ang="0">
                            <a:pos x="connsiteX61" y="connsiteY61"/>
                          </a:cxn>
                          <a:cxn ang="0">
                            <a:pos x="connsiteX62" y="connsiteY62"/>
                          </a:cxn>
                          <a:cxn ang="0">
                            <a:pos x="connsiteX63" y="connsiteY63"/>
                          </a:cxn>
                          <a:cxn ang="0">
                            <a:pos x="connsiteX64" y="connsiteY64"/>
                          </a:cxn>
                          <a:cxn ang="0">
                            <a:pos x="connsiteX65" y="connsiteY65"/>
                          </a:cxn>
                          <a:cxn ang="0">
                            <a:pos x="connsiteX66" y="connsiteY66"/>
                          </a:cxn>
                          <a:cxn ang="0">
                            <a:pos x="connsiteX67" y="connsiteY67"/>
                          </a:cxn>
                          <a:cxn ang="0">
                            <a:pos x="connsiteX68" y="connsiteY68"/>
                          </a:cxn>
                          <a:cxn ang="0">
                            <a:pos x="connsiteX69" y="connsiteY69"/>
                          </a:cxn>
                          <a:cxn ang="0">
                            <a:pos x="connsiteX70" y="connsiteY70"/>
                          </a:cxn>
                          <a:cxn ang="0">
                            <a:pos x="connsiteX71" y="connsiteY71"/>
                          </a:cxn>
                          <a:cxn ang="0">
                            <a:pos x="connsiteX72" y="connsiteY72"/>
                          </a:cxn>
                          <a:cxn ang="0">
                            <a:pos x="connsiteX73" y="connsiteY73"/>
                          </a:cxn>
                          <a:cxn ang="0">
                            <a:pos x="connsiteX74" y="connsiteY74"/>
                          </a:cxn>
                          <a:cxn ang="0">
                            <a:pos x="connsiteX75" y="connsiteY75"/>
                          </a:cxn>
                          <a:cxn ang="0">
                            <a:pos x="connsiteX76" y="connsiteY76"/>
                          </a:cxn>
                          <a:cxn ang="0">
                            <a:pos x="connsiteX77" y="connsiteY77"/>
                          </a:cxn>
                          <a:cxn ang="0">
                            <a:pos x="connsiteX78" y="connsiteY78"/>
                          </a:cxn>
                          <a:cxn ang="0">
                            <a:pos x="connsiteX79" y="connsiteY79"/>
                          </a:cxn>
                          <a:cxn ang="0">
                            <a:pos x="connsiteX80" y="connsiteY80"/>
                          </a:cxn>
                          <a:cxn ang="0">
                            <a:pos x="connsiteX81" y="connsiteY81"/>
                          </a:cxn>
                          <a:cxn ang="0">
                            <a:pos x="connsiteX82" y="connsiteY82"/>
                          </a:cxn>
                          <a:cxn ang="0">
                            <a:pos x="connsiteX83" y="connsiteY83"/>
                          </a:cxn>
                          <a:cxn ang="0">
                            <a:pos x="connsiteX84" y="connsiteY84"/>
                          </a:cxn>
                          <a:cxn ang="0">
                            <a:pos x="connsiteX85" y="connsiteY85"/>
                          </a:cxn>
                          <a:cxn ang="0">
                            <a:pos x="connsiteX86" y="connsiteY86"/>
                          </a:cxn>
                          <a:cxn ang="0">
                            <a:pos x="connsiteX87" y="connsiteY87"/>
                          </a:cxn>
                          <a:cxn ang="0">
                            <a:pos x="connsiteX88" y="connsiteY88"/>
                          </a:cxn>
                          <a:cxn ang="0">
                            <a:pos x="connsiteX89" y="connsiteY89"/>
                          </a:cxn>
                          <a:cxn ang="0">
                            <a:pos x="connsiteX90" y="connsiteY90"/>
                          </a:cxn>
                          <a:cxn ang="0">
                            <a:pos x="connsiteX91" y="connsiteY91"/>
                          </a:cxn>
                          <a:cxn ang="0">
                            <a:pos x="connsiteX92" y="connsiteY92"/>
                          </a:cxn>
                          <a:cxn ang="0">
                            <a:pos x="connsiteX93" y="connsiteY93"/>
                          </a:cxn>
                          <a:cxn ang="0">
                            <a:pos x="connsiteX94" y="connsiteY94"/>
                          </a:cxn>
                          <a:cxn ang="0">
                            <a:pos x="connsiteX95" y="connsiteY95"/>
                          </a:cxn>
                          <a:cxn ang="0">
                            <a:pos x="connsiteX96" y="connsiteY96"/>
                          </a:cxn>
                          <a:cxn ang="0">
                            <a:pos x="connsiteX97" y="connsiteY97"/>
                          </a:cxn>
                          <a:cxn ang="0">
                            <a:pos x="connsiteX98" y="connsiteY98"/>
                          </a:cxn>
                          <a:cxn ang="0">
                            <a:pos x="connsiteX99" y="connsiteY99"/>
                          </a:cxn>
                          <a:cxn ang="0">
                            <a:pos x="connsiteX100" y="connsiteY100"/>
                          </a:cxn>
                          <a:cxn ang="0">
                            <a:pos x="connsiteX101" y="connsiteY101"/>
                          </a:cxn>
                          <a:cxn ang="0">
                            <a:pos x="connsiteX102" y="connsiteY102"/>
                          </a:cxn>
                          <a:cxn ang="0">
                            <a:pos x="connsiteX103" y="connsiteY103"/>
                          </a:cxn>
                          <a:cxn ang="0">
                            <a:pos x="connsiteX104" y="connsiteY104"/>
                          </a:cxn>
                          <a:cxn ang="0">
                            <a:pos x="connsiteX105" y="connsiteY105"/>
                          </a:cxn>
                          <a:cxn ang="0">
                            <a:pos x="connsiteX106" y="connsiteY106"/>
                          </a:cxn>
                          <a:cxn ang="0">
                            <a:pos x="connsiteX107" y="connsiteY107"/>
                          </a:cxn>
                          <a:cxn ang="0">
                            <a:pos x="connsiteX108" y="connsiteY108"/>
                          </a:cxn>
                          <a:cxn ang="0">
                            <a:pos x="connsiteX109" y="connsiteY109"/>
                          </a:cxn>
                          <a:cxn ang="0">
                            <a:pos x="connsiteX110" y="connsiteY110"/>
                          </a:cxn>
                          <a:cxn ang="0">
                            <a:pos x="connsiteX111" y="connsiteY111"/>
                          </a:cxn>
                          <a:cxn ang="0">
                            <a:pos x="connsiteX112" y="connsiteY112"/>
                          </a:cxn>
                          <a:cxn ang="0">
                            <a:pos x="connsiteX113" y="connsiteY113"/>
                          </a:cxn>
                          <a:cxn ang="0">
                            <a:pos x="connsiteX114" y="connsiteY114"/>
                          </a:cxn>
                          <a:cxn ang="0">
                            <a:pos x="connsiteX115" y="connsiteY115"/>
                          </a:cxn>
                          <a:cxn ang="0">
                            <a:pos x="connsiteX116" y="connsiteY116"/>
                          </a:cxn>
                          <a:cxn ang="0">
                            <a:pos x="connsiteX117" y="connsiteY117"/>
                          </a:cxn>
                          <a:cxn ang="0">
                            <a:pos x="connsiteX118" y="connsiteY118"/>
                          </a:cxn>
                          <a:cxn ang="0">
                            <a:pos x="connsiteX119" y="connsiteY119"/>
                          </a:cxn>
                          <a:cxn ang="0">
                            <a:pos x="connsiteX120" y="connsiteY120"/>
                          </a:cxn>
                          <a:cxn ang="0">
                            <a:pos x="connsiteX121" y="connsiteY121"/>
                          </a:cxn>
                          <a:cxn ang="0">
                            <a:pos x="connsiteX122" y="connsiteY122"/>
                          </a:cxn>
                          <a:cxn ang="0">
                            <a:pos x="connsiteX123" y="connsiteY123"/>
                          </a:cxn>
                          <a:cxn ang="0">
                            <a:pos x="connsiteX124" y="connsiteY124"/>
                          </a:cxn>
                          <a:cxn ang="0">
                            <a:pos x="connsiteX125" y="connsiteY125"/>
                          </a:cxn>
                          <a:cxn ang="0">
                            <a:pos x="connsiteX126" y="connsiteY126"/>
                          </a:cxn>
                          <a:cxn ang="0">
                            <a:pos x="connsiteX127" y="connsiteY127"/>
                          </a:cxn>
                          <a:cxn ang="0">
                            <a:pos x="connsiteX128" y="connsiteY128"/>
                          </a:cxn>
                          <a:cxn ang="0">
                            <a:pos x="connsiteX129" y="connsiteY129"/>
                          </a:cxn>
                          <a:cxn ang="0">
                            <a:pos x="connsiteX130" y="connsiteY130"/>
                          </a:cxn>
                          <a:cxn ang="0">
                            <a:pos x="connsiteX131" y="connsiteY131"/>
                          </a:cxn>
                          <a:cxn ang="0">
                            <a:pos x="connsiteX132" y="connsiteY132"/>
                          </a:cxn>
                          <a:cxn ang="0">
                            <a:pos x="connsiteX133" y="connsiteY133"/>
                          </a:cxn>
                          <a:cxn ang="0">
                            <a:pos x="connsiteX134" y="connsiteY134"/>
                          </a:cxn>
                          <a:cxn ang="0">
                            <a:pos x="connsiteX135" y="connsiteY135"/>
                          </a:cxn>
                          <a:cxn ang="0">
                            <a:pos x="connsiteX136" y="connsiteY136"/>
                          </a:cxn>
                          <a:cxn ang="0">
                            <a:pos x="connsiteX137" y="connsiteY137"/>
                          </a:cxn>
                          <a:cxn ang="0">
                            <a:pos x="connsiteX138" y="connsiteY138"/>
                          </a:cxn>
                          <a:cxn ang="0">
                            <a:pos x="connsiteX139" y="connsiteY139"/>
                          </a:cxn>
                          <a:cxn ang="0">
                            <a:pos x="connsiteX140" y="connsiteY140"/>
                          </a:cxn>
                          <a:cxn ang="0">
                            <a:pos x="connsiteX141" y="connsiteY141"/>
                          </a:cxn>
                          <a:cxn ang="0">
                            <a:pos x="connsiteX142" y="connsiteY142"/>
                          </a:cxn>
                          <a:cxn ang="0">
                            <a:pos x="connsiteX143" y="connsiteY143"/>
                          </a:cxn>
                          <a:cxn ang="0">
                            <a:pos x="connsiteX144" y="connsiteY144"/>
                          </a:cxn>
                          <a:cxn ang="0">
                            <a:pos x="connsiteX145" y="connsiteY145"/>
                          </a:cxn>
                          <a:cxn ang="0">
                            <a:pos x="connsiteX146" y="connsiteY146"/>
                          </a:cxn>
                          <a:cxn ang="0">
                            <a:pos x="connsiteX147" y="connsiteY147"/>
                          </a:cxn>
                          <a:cxn ang="0">
                            <a:pos x="connsiteX148" y="connsiteY148"/>
                          </a:cxn>
                          <a:cxn ang="0">
                            <a:pos x="connsiteX149" y="connsiteY149"/>
                          </a:cxn>
                          <a:cxn ang="0">
                            <a:pos x="connsiteX150" y="connsiteY150"/>
                          </a:cxn>
                          <a:cxn ang="0">
                            <a:pos x="connsiteX151" y="connsiteY151"/>
                          </a:cxn>
                          <a:cxn ang="0">
                            <a:pos x="connsiteX152" y="connsiteY152"/>
                          </a:cxn>
                          <a:cxn ang="0">
                            <a:pos x="connsiteX153" y="connsiteY153"/>
                          </a:cxn>
                          <a:cxn ang="0">
                            <a:pos x="connsiteX154" y="connsiteY154"/>
                          </a:cxn>
                          <a:cxn ang="0">
                            <a:pos x="connsiteX155" y="connsiteY155"/>
                          </a:cxn>
                          <a:cxn ang="0">
                            <a:pos x="connsiteX156" y="connsiteY156"/>
                          </a:cxn>
                          <a:cxn ang="0">
                            <a:pos x="connsiteX157" y="connsiteY157"/>
                          </a:cxn>
                          <a:cxn ang="0">
                            <a:pos x="connsiteX158" y="connsiteY158"/>
                          </a:cxn>
                          <a:cxn ang="0">
                            <a:pos x="connsiteX159" y="connsiteY159"/>
                          </a:cxn>
                          <a:cxn ang="0">
                            <a:pos x="connsiteX160" y="connsiteY160"/>
                          </a:cxn>
                          <a:cxn ang="0">
                            <a:pos x="connsiteX161" y="connsiteY161"/>
                          </a:cxn>
                          <a:cxn ang="0">
                            <a:pos x="connsiteX162" y="connsiteY162"/>
                          </a:cxn>
                          <a:cxn ang="0">
                            <a:pos x="connsiteX163" y="connsiteY163"/>
                          </a:cxn>
                          <a:cxn ang="0">
                            <a:pos x="connsiteX164" y="connsiteY164"/>
                          </a:cxn>
                          <a:cxn ang="0">
                            <a:pos x="connsiteX165" y="connsiteY165"/>
                          </a:cxn>
                          <a:cxn ang="0">
                            <a:pos x="connsiteX166" y="connsiteY166"/>
                          </a:cxn>
                          <a:cxn ang="0">
                            <a:pos x="connsiteX167" y="connsiteY167"/>
                          </a:cxn>
                          <a:cxn ang="0">
                            <a:pos x="connsiteX168" y="connsiteY168"/>
                          </a:cxn>
                          <a:cxn ang="0">
                            <a:pos x="connsiteX169" y="connsiteY169"/>
                          </a:cxn>
                          <a:cxn ang="0">
                            <a:pos x="connsiteX170" y="connsiteY170"/>
                          </a:cxn>
                          <a:cxn ang="0">
                            <a:pos x="connsiteX171" y="connsiteY171"/>
                          </a:cxn>
                          <a:cxn ang="0">
                            <a:pos x="connsiteX172" y="connsiteY172"/>
                          </a:cxn>
                          <a:cxn ang="0">
                            <a:pos x="connsiteX173" y="connsiteY173"/>
                          </a:cxn>
                          <a:cxn ang="0">
                            <a:pos x="connsiteX174" y="connsiteY174"/>
                          </a:cxn>
                          <a:cxn ang="0">
                            <a:pos x="connsiteX175" y="connsiteY175"/>
                          </a:cxn>
                          <a:cxn ang="0">
                            <a:pos x="connsiteX176" y="connsiteY176"/>
                          </a:cxn>
                          <a:cxn ang="0">
                            <a:pos x="connsiteX177" y="connsiteY177"/>
                          </a:cxn>
                          <a:cxn ang="0">
                            <a:pos x="connsiteX178" y="connsiteY178"/>
                          </a:cxn>
                          <a:cxn ang="0">
                            <a:pos x="connsiteX179" y="connsiteY179"/>
                          </a:cxn>
                          <a:cxn ang="0">
                            <a:pos x="connsiteX180" y="connsiteY180"/>
                          </a:cxn>
                          <a:cxn ang="0">
                            <a:pos x="connsiteX181" y="connsiteY181"/>
                          </a:cxn>
                          <a:cxn ang="0">
                            <a:pos x="connsiteX182" y="connsiteY182"/>
                          </a:cxn>
                          <a:cxn ang="0">
                            <a:pos x="connsiteX183" y="connsiteY183"/>
                          </a:cxn>
                          <a:cxn ang="0">
                            <a:pos x="connsiteX184" y="connsiteY184"/>
                          </a:cxn>
                          <a:cxn ang="0">
                            <a:pos x="connsiteX185" y="connsiteY185"/>
                          </a:cxn>
                          <a:cxn ang="0">
                            <a:pos x="connsiteX186" y="connsiteY186"/>
                          </a:cxn>
                          <a:cxn ang="0">
                            <a:pos x="connsiteX187" y="connsiteY187"/>
                          </a:cxn>
                          <a:cxn ang="0">
                            <a:pos x="connsiteX188" y="connsiteY188"/>
                          </a:cxn>
                          <a:cxn ang="0">
                            <a:pos x="connsiteX189" y="connsiteY189"/>
                          </a:cxn>
                          <a:cxn ang="0">
                            <a:pos x="connsiteX190" y="connsiteY190"/>
                          </a:cxn>
                          <a:cxn ang="0">
                            <a:pos x="connsiteX191" y="connsiteY191"/>
                          </a:cxn>
                          <a:cxn ang="0">
                            <a:pos x="connsiteX192" y="connsiteY192"/>
                          </a:cxn>
                          <a:cxn ang="0">
                            <a:pos x="connsiteX193" y="connsiteY193"/>
                          </a:cxn>
                          <a:cxn ang="0">
                            <a:pos x="connsiteX194" y="connsiteY194"/>
                          </a:cxn>
                          <a:cxn ang="0">
                            <a:pos x="connsiteX195" y="connsiteY195"/>
                          </a:cxn>
                          <a:cxn ang="0">
                            <a:pos x="connsiteX196" y="connsiteY196"/>
                          </a:cxn>
                          <a:cxn ang="0">
                            <a:pos x="connsiteX197" y="connsiteY197"/>
                          </a:cxn>
                          <a:cxn ang="0">
                            <a:pos x="connsiteX198" y="connsiteY198"/>
                          </a:cxn>
                          <a:cxn ang="0">
                            <a:pos x="connsiteX199" y="connsiteY199"/>
                          </a:cxn>
                          <a:cxn ang="0">
                            <a:pos x="connsiteX200" y="connsiteY200"/>
                          </a:cxn>
                          <a:cxn ang="0">
                            <a:pos x="connsiteX201" y="connsiteY201"/>
                          </a:cxn>
                          <a:cxn ang="0">
                            <a:pos x="connsiteX202" y="connsiteY202"/>
                          </a:cxn>
                          <a:cxn ang="0">
                            <a:pos x="connsiteX203" y="connsiteY203"/>
                          </a:cxn>
                          <a:cxn ang="0">
                            <a:pos x="connsiteX204" y="connsiteY204"/>
                          </a:cxn>
                          <a:cxn ang="0">
                            <a:pos x="connsiteX205" y="connsiteY205"/>
                          </a:cxn>
                          <a:cxn ang="0">
                            <a:pos x="connsiteX206" y="connsiteY206"/>
                          </a:cxn>
                          <a:cxn ang="0">
                            <a:pos x="connsiteX207" y="connsiteY207"/>
                          </a:cxn>
                          <a:cxn ang="0">
                            <a:pos x="connsiteX208" y="connsiteY208"/>
                          </a:cxn>
                          <a:cxn ang="0">
                            <a:pos x="connsiteX209" y="connsiteY209"/>
                          </a:cxn>
                          <a:cxn ang="0">
                            <a:pos x="connsiteX210" y="connsiteY210"/>
                          </a:cxn>
                          <a:cxn ang="0">
                            <a:pos x="connsiteX211" y="connsiteY211"/>
                          </a:cxn>
                          <a:cxn ang="0">
                            <a:pos x="connsiteX212" y="connsiteY212"/>
                          </a:cxn>
                          <a:cxn ang="0">
                            <a:pos x="connsiteX213" y="connsiteY213"/>
                          </a:cxn>
                          <a:cxn ang="0">
                            <a:pos x="connsiteX214" y="connsiteY214"/>
                          </a:cxn>
                          <a:cxn ang="0">
                            <a:pos x="connsiteX215" y="connsiteY215"/>
                          </a:cxn>
                          <a:cxn ang="0">
                            <a:pos x="connsiteX216" y="connsiteY216"/>
                          </a:cxn>
                          <a:cxn ang="0">
                            <a:pos x="connsiteX217" y="connsiteY217"/>
                          </a:cxn>
                          <a:cxn ang="0">
                            <a:pos x="connsiteX218" y="connsiteY218"/>
                          </a:cxn>
                          <a:cxn ang="0">
                            <a:pos x="connsiteX219" y="connsiteY219"/>
                          </a:cxn>
                          <a:cxn ang="0">
                            <a:pos x="connsiteX220" y="connsiteY220"/>
                          </a:cxn>
                          <a:cxn ang="0">
                            <a:pos x="connsiteX221" y="connsiteY221"/>
                          </a:cxn>
                          <a:cxn ang="0">
                            <a:pos x="connsiteX222" y="connsiteY222"/>
                          </a:cxn>
                          <a:cxn ang="0">
                            <a:pos x="connsiteX223" y="connsiteY223"/>
                          </a:cxn>
                          <a:cxn ang="0">
                            <a:pos x="connsiteX224" y="connsiteY224"/>
                          </a:cxn>
                          <a:cxn ang="0">
                            <a:pos x="connsiteX225" y="connsiteY225"/>
                          </a:cxn>
                          <a:cxn ang="0">
                            <a:pos x="connsiteX226" y="connsiteY226"/>
                          </a:cxn>
                          <a:cxn ang="0">
                            <a:pos x="connsiteX227" y="connsiteY227"/>
                          </a:cxn>
                          <a:cxn ang="0">
                            <a:pos x="connsiteX228" y="connsiteY228"/>
                          </a:cxn>
                          <a:cxn ang="0">
                            <a:pos x="connsiteX229" y="connsiteY229"/>
                          </a:cxn>
                          <a:cxn ang="0">
                            <a:pos x="connsiteX230" y="connsiteY230"/>
                          </a:cxn>
                          <a:cxn ang="0">
                            <a:pos x="connsiteX231" y="connsiteY231"/>
                          </a:cxn>
                          <a:cxn ang="0">
                            <a:pos x="connsiteX232" y="connsiteY232"/>
                          </a:cxn>
                          <a:cxn ang="0">
                            <a:pos x="connsiteX233" y="connsiteY233"/>
                          </a:cxn>
                          <a:cxn ang="0">
                            <a:pos x="connsiteX234" y="connsiteY234"/>
                          </a:cxn>
                          <a:cxn ang="0">
                            <a:pos x="connsiteX235" y="connsiteY235"/>
                          </a:cxn>
                          <a:cxn ang="0">
                            <a:pos x="connsiteX236" y="connsiteY236"/>
                          </a:cxn>
                          <a:cxn ang="0">
                            <a:pos x="connsiteX237" y="connsiteY237"/>
                          </a:cxn>
                          <a:cxn ang="0">
                            <a:pos x="connsiteX238" y="connsiteY238"/>
                          </a:cxn>
                          <a:cxn ang="0">
                            <a:pos x="connsiteX239" y="connsiteY239"/>
                          </a:cxn>
                          <a:cxn ang="0">
                            <a:pos x="connsiteX240" y="connsiteY240"/>
                          </a:cxn>
                          <a:cxn ang="0">
                            <a:pos x="connsiteX241" y="connsiteY241"/>
                          </a:cxn>
                          <a:cxn ang="0">
                            <a:pos x="connsiteX242" y="connsiteY242"/>
                          </a:cxn>
                          <a:cxn ang="0">
                            <a:pos x="connsiteX243" y="connsiteY243"/>
                          </a:cxn>
                          <a:cxn ang="0">
                            <a:pos x="connsiteX244" y="connsiteY244"/>
                          </a:cxn>
                          <a:cxn ang="0">
                            <a:pos x="connsiteX245" y="connsiteY245"/>
                          </a:cxn>
                          <a:cxn ang="0">
                            <a:pos x="connsiteX246" y="connsiteY246"/>
                          </a:cxn>
                          <a:cxn ang="0">
                            <a:pos x="connsiteX247" y="connsiteY247"/>
                          </a:cxn>
                          <a:cxn ang="0">
                            <a:pos x="connsiteX248" y="connsiteY248"/>
                          </a:cxn>
                        </a:cxnLst>
                        <a:rect l="l" t="t" r="r" b="b"/>
                        <a:pathLst>
                          <a:path w="7633252" h="4591878">
                            <a:moveTo>
                              <a:pt x="785192" y="3766930"/>
                            </a:moveTo>
                            <a:cubicBezTo>
                              <a:pt x="785192" y="3763617"/>
                              <a:pt x="818120" y="3753149"/>
                              <a:pt x="834887" y="3747052"/>
                            </a:cubicBezTo>
                            <a:cubicBezTo>
                              <a:pt x="854579" y="3739891"/>
                              <a:pt x="874644" y="3733800"/>
                              <a:pt x="894522" y="3727174"/>
                            </a:cubicBezTo>
                            <a:lnTo>
                              <a:pt x="924339" y="3717235"/>
                            </a:lnTo>
                            <a:cubicBezTo>
                              <a:pt x="924349" y="3717232"/>
                              <a:pt x="983963" y="3697359"/>
                              <a:pt x="983974" y="3697356"/>
                            </a:cubicBezTo>
                            <a:cubicBezTo>
                              <a:pt x="997226" y="3694043"/>
                              <a:pt x="1010596" y="3691170"/>
                              <a:pt x="1023731" y="3687417"/>
                            </a:cubicBezTo>
                            <a:cubicBezTo>
                              <a:pt x="1033805" y="3684539"/>
                              <a:pt x="1043474" y="3680356"/>
                              <a:pt x="1053548" y="3677478"/>
                            </a:cubicBezTo>
                            <a:cubicBezTo>
                              <a:pt x="1066683" y="3673725"/>
                              <a:pt x="1080221" y="3671464"/>
                              <a:pt x="1093305" y="3667539"/>
                            </a:cubicBezTo>
                            <a:cubicBezTo>
                              <a:pt x="1113375" y="3661518"/>
                              <a:pt x="1152939" y="3647661"/>
                              <a:pt x="1152939" y="3647661"/>
                            </a:cubicBezTo>
                            <a:cubicBezTo>
                              <a:pt x="1159565" y="3641035"/>
                              <a:pt x="1164782" y="3632603"/>
                              <a:pt x="1172818" y="3627782"/>
                            </a:cubicBezTo>
                            <a:cubicBezTo>
                              <a:pt x="1181802" y="3622392"/>
                              <a:pt x="1193264" y="3622528"/>
                              <a:pt x="1202635" y="3617843"/>
                            </a:cubicBezTo>
                            <a:cubicBezTo>
                              <a:pt x="1213319" y="3612501"/>
                              <a:pt x="1222513" y="3604591"/>
                              <a:pt x="1232452" y="3597965"/>
                            </a:cubicBezTo>
                            <a:cubicBezTo>
                              <a:pt x="1301211" y="3605605"/>
                              <a:pt x="1334195" y="3616298"/>
                              <a:pt x="1401418" y="3597965"/>
                            </a:cubicBezTo>
                            <a:cubicBezTo>
                              <a:pt x="1456324" y="3582991"/>
                              <a:pt x="1411811" y="3551431"/>
                              <a:pt x="1480931" y="3528391"/>
                            </a:cubicBezTo>
                            <a:lnTo>
                              <a:pt x="1570383" y="3498574"/>
                            </a:lnTo>
                            <a:lnTo>
                              <a:pt x="1600200" y="3488635"/>
                            </a:lnTo>
                            <a:lnTo>
                              <a:pt x="1630018" y="3478695"/>
                            </a:lnTo>
                            <a:cubicBezTo>
                              <a:pt x="1667721" y="3365585"/>
                              <a:pt x="1654086" y="3430899"/>
                              <a:pt x="1639957" y="3240156"/>
                            </a:cubicBezTo>
                            <a:cubicBezTo>
                              <a:pt x="1633616" y="3154556"/>
                              <a:pt x="1637845" y="3174184"/>
                              <a:pt x="1620078" y="3120887"/>
                            </a:cubicBezTo>
                            <a:cubicBezTo>
                              <a:pt x="1718763" y="3022207"/>
                              <a:pt x="1622635" y="3127413"/>
                              <a:pt x="1649896" y="2773017"/>
                            </a:cubicBezTo>
                            <a:cubicBezTo>
                              <a:pt x="1651503" y="2752125"/>
                              <a:pt x="1663148" y="2733260"/>
                              <a:pt x="1669774" y="2713382"/>
                            </a:cubicBezTo>
                            <a:lnTo>
                              <a:pt x="1679713" y="2683565"/>
                            </a:lnTo>
                            <a:cubicBezTo>
                              <a:pt x="1683026" y="2673626"/>
                              <a:pt x="1687597" y="2664021"/>
                              <a:pt x="1689652" y="2653748"/>
                            </a:cubicBezTo>
                            <a:cubicBezTo>
                              <a:pt x="1692965" y="2637183"/>
                              <a:pt x="1695147" y="2620350"/>
                              <a:pt x="1699592" y="2604052"/>
                            </a:cubicBezTo>
                            <a:cubicBezTo>
                              <a:pt x="1705105" y="2583837"/>
                              <a:pt x="1712844" y="2564295"/>
                              <a:pt x="1719470" y="2544417"/>
                            </a:cubicBezTo>
                            <a:lnTo>
                              <a:pt x="1759226" y="2425148"/>
                            </a:lnTo>
                            <a:lnTo>
                              <a:pt x="1779105" y="2365513"/>
                            </a:lnTo>
                            <a:cubicBezTo>
                              <a:pt x="1782418" y="2355574"/>
                              <a:pt x="1783232" y="2344412"/>
                              <a:pt x="1789044" y="2335695"/>
                            </a:cubicBezTo>
                            <a:cubicBezTo>
                              <a:pt x="1795670" y="2325756"/>
                              <a:pt x="1803580" y="2316562"/>
                              <a:pt x="1808922" y="2305878"/>
                            </a:cubicBezTo>
                            <a:cubicBezTo>
                              <a:pt x="1813607" y="2296507"/>
                              <a:pt x="1812772" y="2284586"/>
                              <a:pt x="1818861" y="2276061"/>
                            </a:cubicBezTo>
                            <a:cubicBezTo>
                              <a:pt x="1829754" y="2260810"/>
                              <a:pt x="1848222" y="2251898"/>
                              <a:pt x="1858618" y="2236304"/>
                            </a:cubicBezTo>
                            <a:cubicBezTo>
                              <a:pt x="1865244" y="2226365"/>
                              <a:pt x="1869168" y="2213949"/>
                              <a:pt x="1878496" y="2206487"/>
                            </a:cubicBezTo>
                            <a:cubicBezTo>
                              <a:pt x="1886677" y="2199942"/>
                              <a:pt x="1898374" y="2199861"/>
                              <a:pt x="1908313" y="2196548"/>
                            </a:cubicBezTo>
                            <a:cubicBezTo>
                              <a:pt x="2030929" y="2073932"/>
                              <a:pt x="1905642" y="2192721"/>
                              <a:pt x="1987826" y="2126974"/>
                            </a:cubicBezTo>
                            <a:cubicBezTo>
                              <a:pt x="1995144" y="2121120"/>
                              <a:pt x="1999323" y="2111286"/>
                              <a:pt x="2007705" y="2107095"/>
                            </a:cubicBezTo>
                            <a:cubicBezTo>
                              <a:pt x="2019923" y="2100986"/>
                              <a:pt x="2034126" y="2100119"/>
                              <a:pt x="2047461" y="2097156"/>
                            </a:cubicBezTo>
                            <a:cubicBezTo>
                              <a:pt x="2093581" y="2086907"/>
                              <a:pt x="2094490" y="2089399"/>
                              <a:pt x="2136913" y="2077278"/>
                            </a:cubicBezTo>
                            <a:cubicBezTo>
                              <a:pt x="2181116" y="2064649"/>
                              <a:pt x="2154708" y="2067756"/>
                              <a:pt x="2206487" y="2057400"/>
                            </a:cubicBezTo>
                            <a:cubicBezTo>
                              <a:pt x="2280117" y="2042674"/>
                              <a:pt x="2296235" y="2045627"/>
                              <a:pt x="2385392" y="2037522"/>
                            </a:cubicBezTo>
                            <a:cubicBezTo>
                              <a:pt x="2599759" y="2018033"/>
                              <a:pt x="2370615" y="2032149"/>
                              <a:pt x="2733261" y="2017643"/>
                            </a:cubicBezTo>
                            <a:cubicBezTo>
                              <a:pt x="2769705" y="2014330"/>
                              <a:pt x="2806319" y="2012540"/>
                              <a:pt x="2842592" y="2007704"/>
                            </a:cubicBezTo>
                            <a:cubicBezTo>
                              <a:pt x="2856132" y="2005899"/>
                              <a:pt x="2869013" y="2000728"/>
                              <a:pt x="2882348" y="1997765"/>
                            </a:cubicBezTo>
                            <a:cubicBezTo>
                              <a:pt x="2898839" y="1994100"/>
                              <a:pt x="2915380" y="1990603"/>
                              <a:pt x="2932044" y="1987826"/>
                            </a:cubicBezTo>
                            <a:cubicBezTo>
                              <a:pt x="2955152" y="1983975"/>
                              <a:pt x="2978569" y="1982078"/>
                              <a:pt x="3001618" y="1977887"/>
                            </a:cubicBezTo>
                            <a:cubicBezTo>
                              <a:pt x="3134454" y="1953735"/>
                              <a:pt x="2919422" y="1983951"/>
                              <a:pt x="3101009" y="1958009"/>
                            </a:cubicBezTo>
                            <a:cubicBezTo>
                              <a:pt x="3127451" y="1954231"/>
                              <a:pt x="3154122" y="1952131"/>
                              <a:pt x="3180522" y="1948069"/>
                            </a:cubicBezTo>
                            <a:cubicBezTo>
                              <a:pt x="3197219" y="1945500"/>
                              <a:pt x="3213597" y="1941152"/>
                              <a:pt x="3230218" y="1938130"/>
                            </a:cubicBezTo>
                            <a:cubicBezTo>
                              <a:pt x="3250045" y="1934525"/>
                              <a:pt x="3269902" y="1931041"/>
                              <a:pt x="3289852" y="1928191"/>
                            </a:cubicBezTo>
                            <a:cubicBezTo>
                              <a:pt x="3316294" y="1924414"/>
                              <a:pt x="3343018" y="1922643"/>
                              <a:pt x="3369365" y="1918252"/>
                            </a:cubicBezTo>
                            <a:cubicBezTo>
                              <a:pt x="3399407" y="1913245"/>
                              <a:pt x="3442246" y="1897272"/>
                              <a:pt x="3468757" y="1888435"/>
                            </a:cubicBezTo>
                            <a:lnTo>
                              <a:pt x="3558209" y="1858617"/>
                            </a:lnTo>
                            <a:lnTo>
                              <a:pt x="3826565" y="1769165"/>
                            </a:lnTo>
                            <a:cubicBezTo>
                              <a:pt x="3826566" y="1769165"/>
                              <a:pt x="3886199" y="1749288"/>
                              <a:pt x="3886200" y="1749287"/>
                            </a:cubicBezTo>
                            <a:cubicBezTo>
                              <a:pt x="3896139" y="1742661"/>
                              <a:pt x="3905102" y="1734261"/>
                              <a:pt x="3916018" y="1729409"/>
                            </a:cubicBezTo>
                            <a:cubicBezTo>
                              <a:pt x="3935165" y="1720899"/>
                              <a:pt x="3975652" y="1709530"/>
                              <a:pt x="3975652" y="1709530"/>
                            </a:cubicBezTo>
                            <a:cubicBezTo>
                              <a:pt x="4007584" y="1677600"/>
                              <a:pt x="3982951" y="1695414"/>
                              <a:pt x="4035287" y="1679713"/>
                            </a:cubicBezTo>
                            <a:cubicBezTo>
                              <a:pt x="4035389" y="1679683"/>
                              <a:pt x="4109780" y="1654882"/>
                              <a:pt x="4124739" y="1649895"/>
                            </a:cubicBezTo>
                            <a:lnTo>
                              <a:pt x="4184374" y="1630017"/>
                            </a:lnTo>
                            <a:lnTo>
                              <a:pt x="4214192" y="1620078"/>
                            </a:lnTo>
                            <a:lnTo>
                              <a:pt x="4621696" y="1630017"/>
                            </a:lnTo>
                            <a:cubicBezTo>
                              <a:pt x="4648384" y="1631106"/>
                              <a:pt x="4674619" y="1637424"/>
                              <a:pt x="4701209" y="1639956"/>
                            </a:cubicBezTo>
                            <a:cubicBezTo>
                              <a:pt x="4744211" y="1644051"/>
                              <a:pt x="4787348" y="1646582"/>
                              <a:pt x="4830418" y="1649895"/>
                            </a:cubicBezTo>
                            <a:cubicBezTo>
                              <a:pt x="4946374" y="1646582"/>
                              <a:pt x="5062469" y="1646512"/>
                              <a:pt x="5178287" y="1639956"/>
                            </a:cubicBezTo>
                            <a:cubicBezTo>
                              <a:pt x="5238193" y="1636565"/>
                              <a:pt x="5357192" y="1620078"/>
                              <a:pt x="5357192" y="1620078"/>
                            </a:cubicBezTo>
                            <a:cubicBezTo>
                              <a:pt x="5459896" y="1623391"/>
                              <a:pt x="5563341" y="1617271"/>
                              <a:pt x="5665305" y="1630017"/>
                            </a:cubicBezTo>
                            <a:cubicBezTo>
                              <a:pt x="5675701" y="1631317"/>
                              <a:pt x="5673522" y="1649501"/>
                              <a:pt x="5675244" y="1659835"/>
                            </a:cubicBezTo>
                            <a:cubicBezTo>
                              <a:pt x="5680176" y="1689428"/>
                              <a:pt x="5682198" y="1719435"/>
                              <a:pt x="5685183" y="1749287"/>
                            </a:cubicBezTo>
                            <a:cubicBezTo>
                              <a:pt x="5688824" y="1785699"/>
                              <a:pt x="5683550" y="1823901"/>
                              <a:pt x="5695122" y="1858617"/>
                            </a:cubicBezTo>
                            <a:cubicBezTo>
                              <a:pt x="5698435" y="1868556"/>
                              <a:pt x="5714534" y="1867332"/>
                              <a:pt x="5724939" y="1868556"/>
                            </a:cubicBezTo>
                            <a:cubicBezTo>
                              <a:pt x="5771121" y="1873989"/>
                              <a:pt x="5817704" y="1875182"/>
                              <a:pt x="5864087" y="1878495"/>
                            </a:cubicBezTo>
                            <a:cubicBezTo>
                              <a:pt x="5879546" y="1924871"/>
                              <a:pt x="5906190" y="1977038"/>
                              <a:pt x="5874026" y="2027582"/>
                            </a:cubicBezTo>
                            <a:cubicBezTo>
                              <a:pt x="5868497" y="2036270"/>
                              <a:pt x="5790998" y="2052491"/>
                              <a:pt x="5774635" y="2057400"/>
                            </a:cubicBezTo>
                            <a:cubicBezTo>
                              <a:pt x="5754565" y="2063421"/>
                              <a:pt x="5715000" y="2077278"/>
                              <a:pt x="5715000" y="2077278"/>
                            </a:cubicBezTo>
                            <a:cubicBezTo>
                              <a:pt x="5701454" y="2086308"/>
                              <a:pt x="5674748" y="2101297"/>
                              <a:pt x="5665305" y="2117035"/>
                            </a:cubicBezTo>
                            <a:cubicBezTo>
                              <a:pt x="5659915" y="2126019"/>
                              <a:pt x="5660050" y="2137481"/>
                              <a:pt x="5655365" y="2146852"/>
                            </a:cubicBezTo>
                            <a:cubicBezTo>
                              <a:pt x="5650023" y="2157536"/>
                              <a:pt x="5642113" y="2166730"/>
                              <a:pt x="5635487" y="2176669"/>
                            </a:cubicBezTo>
                            <a:cubicBezTo>
                              <a:pt x="5616954" y="2232269"/>
                              <a:pt x="5618356" y="2214511"/>
                              <a:pt x="5635487" y="2305878"/>
                            </a:cubicBezTo>
                            <a:cubicBezTo>
                              <a:pt x="5639348" y="2326473"/>
                              <a:pt x="5655365" y="2365513"/>
                              <a:pt x="5655365" y="2365513"/>
                            </a:cubicBezTo>
                            <a:cubicBezTo>
                              <a:pt x="5652052" y="2484783"/>
                              <a:pt x="5645426" y="2604006"/>
                              <a:pt x="5645426" y="2723322"/>
                            </a:cubicBezTo>
                            <a:cubicBezTo>
                              <a:pt x="5645426" y="2769823"/>
                              <a:pt x="5649597" y="2816328"/>
                              <a:pt x="5655365" y="2862469"/>
                            </a:cubicBezTo>
                            <a:cubicBezTo>
                              <a:pt x="5659556" y="2895995"/>
                              <a:pt x="5675244" y="2961861"/>
                              <a:pt x="5675244" y="2961861"/>
                            </a:cubicBezTo>
                            <a:cubicBezTo>
                              <a:pt x="5682295" y="3116976"/>
                              <a:pt x="5694071" y="3158064"/>
                              <a:pt x="5675244" y="3289852"/>
                            </a:cubicBezTo>
                            <a:cubicBezTo>
                              <a:pt x="5673762" y="3300223"/>
                              <a:pt x="5668618" y="3309730"/>
                              <a:pt x="5665305" y="3319669"/>
                            </a:cubicBezTo>
                            <a:cubicBezTo>
                              <a:pt x="5668618" y="3332921"/>
                              <a:pt x="5664872" y="3350536"/>
                              <a:pt x="5675244" y="3359426"/>
                            </a:cubicBezTo>
                            <a:cubicBezTo>
                              <a:pt x="5691153" y="3373062"/>
                              <a:pt x="5715000" y="3372678"/>
                              <a:pt x="5734878" y="3379304"/>
                            </a:cubicBezTo>
                            <a:lnTo>
                              <a:pt x="5794513" y="3399182"/>
                            </a:lnTo>
                            <a:cubicBezTo>
                              <a:pt x="5804452" y="3402495"/>
                              <a:pt x="5814167" y="3406581"/>
                              <a:pt x="5824331" y="3409122"/>
                            </a:cubicBezTo>
                            <a:cubicBezTo>
                              <a:pt x="5837583" y="3412435"/>
                              <a:pt x="5851003" y="3415136"/>
                              <a:pt x="5864087" y="3419061"/>
                            </a:cubicBezTo>
                            <a:cubicBezTo>
                              <a:pt x="5884157" y="3425082"/>
                              <a:pt x="5903394" y="3433857"/>
                              <a:pt x="5923722" y="3438939"/>
                            </a:cubicBezTo>
                            <a:cubicBezTo>
                              <a:pt x="5936974" y="3442252"/>
                              <a:pt x="5950394" y="3444953"/>
                              <a:pt x="5963478" y="3448878"/>
                            </a:cubicBezTo>
                            <a:cubicBezTo>
                              <a:pt x="5983548" y="3454899"/>
                              <a:pt x="6023113" y="3468756"/>
                              <a:pt x="6023113" y="3468756"/>
                            </a:cubicBezTo>
                            <a:cubicBezTo>
                              <a:pt x="6046305" y="3538330"/>
                              <a:pt x="6049619" y="3508513"/>
                              <a:pt x="6033052" y="3558209"/>
                            </a:cubicBezTo>
                            <a:cubicBezTo>
                              <a:pt x="6033052" y="3558209"/>
                              <a:pt x="6013174" y="3478694"/>
                              <a:pt x="6013174" y="3558209"/>
                            </a:cubicBezTo>
                            <a:cubicBezTo>
                              <a:pt x="6013174" y="3800084"/>
                              <a:pt x="6017968" y="4041945"/>
                              <a:pt x="6023113" y="4283765"/>
                            </a:cubicBezTo>
                            <a:cubicBezTo>
                              <a:pt x="6024595" y="4353402"/>
                              <a:pt x="6027710" y="4423039"/>
                              <a:pt x="6033052" y="4492487"/>
                            </a:cubicBezTo>
                            <a:cubicBezTo>
                              <a:pt x="6034348" y="4509330"/>
                              <a:pt x="6038895" y="4525793"/>
                              <a:pt x="6042992" y="4542182"/>
                            </a:cubicBezTo>
                            <a:cubicBezTo>
                              <a:pt x="6045533" y="4552346"/>
                              <a:pt x="6045523" y="4564592"/>
                              <a:pt x="6052931" y="4572000"/>
                            </a:cubicBezTo>
                            <a:cubicBezTo>
                              <a:pt x="6060339" y="4579408"/>
                              <a:pt x="6072440" y="4580065"/>
                              <a:pt x="6082748" y="4581939"/>
                            </a:cubicBezTo>
                            <a:cubicBezTo>
                              <a:pt x="6109028" y="4586717"/>
                              <a:pt x="6135757" y="4588565"/>
                              <a:pt x="6162261" y="4591878"/>
                            </a:cubicBezTo>
                            <a:cubicBezTo>
                              <a:pt x="6245087" y="4588565"/>
                              <a:pt x="6328008" y="4587110"/>
                              <a:pt x="6410739" y="4581939"/>
                            </a:cubicBezTo>
                            <a:cubicBezTo>
                              <a:pt x="6434120" y="4580478"/>
                              <a:pt x="6456995" y="4574257"/>
                              <a:pt x="6480313" y="4572000"/>
                            </a:cubicBezTo>
                            <a:cubicBezTo>
                              <a:pt x="6559731" y="4564315"/>
                              <a:pt x="6718852" y="4552122"/>
                              <a:pt x="6718852" y="4552122"/>
                            </a:cubicBezTo>
                            <a:cubicBezTo>
                              <a:pt x="6791935" y="4527759"/>
                              <a:pt x="6717596" y="4549930"/>
                              <a:pt x="6867939" y="4532243"/>
                            </a:cubicBezTo>
                            <a:cubicBezTo>
                              <a:pt x="6959228" y="4521503"/>
                              <a:pt x="6882185" y="4526869"/>
                              <a:pt x="6947452" y="4512365"/>
                            </a:cubicBezTo>
                            <a:cubicBezTo>
                              <a:pt x="6967125" y="4507993"/>
                              <a:pt x="6987326" y="4506378"/>
                              <a:pt x="7007087" y="4502426"/>
                            </a:cubicBezTo>
                            <a:cubicBezTo>
                              <a:pt x="7020482" y="4499747"/>
                              <a:pt x="7033592" y="4495800"/>
                              <a:pt x="7046844" y="4492487"/>
                            </a:cubicBezTo>
                            <a:cubicBezTo>
                              <a:pt x="7116647" y="4457586"/>
                              <a:pt x="7057924" y="4484605"/>
                              <a:pt x="7116418" y="4462669"/>
                            </a:cubicBezTo>
                            <a:cubicBezTo>
                              <a:pt x="7133123" y="4456404"/>
                              <a:pt x="7149024" y="4447918"/>
                              <a:pt x="7166113" y="4442791"/>
                            </a:cubicBezTo>
                            <a:cubicBezTo>
                              <a:pt x="7182294" y="4437937"/>
                              <a:pt x="7199318" y="4436517"/>
                              <a:pt x="7215809" y="4432852"/>
                            </a:cubicBezTo>
                            <a:cubicBezTo>
                              <a:pt x="7229144" y="4429889"/>
                              <a:pt x="7242230" y="4425876"/>
                              <a:pt x="7255565" y="4422913"/>
                            </a:cubicBezTo>
                            <a:cubicBezTo>
                              <a:pt x="7272056" y="4419248"/>
                              <a:pt x="7288963" y="4417419"/>
                              <a:pt x="7305261" y="4412974"/>
                            </a:cubicBezTo>
                            <a:cubicBezTo>
                              <a:pt x="7325476" y="4407461"/>
                              <a:pt x="7344826" y="4399116"/>
                              <a:pt x="7364896" y="4393095"/>
                            </a:cubicBezTo>
                            <a:cubicBezTo>
                              <a:pt x="7377980" y="4389170"/>
                              <a:pt x="7391862" y="4387952"/>
                              <a:pt x="7404652" y="4383156"/>
                            </a:cubicBezTo>
                            <a:cubicBezTo>
                              <a:pt x="7418525" y="4377954"/>
                              <a:pt x="7430790" y="4369114"/>
                              <a:pt x="7444409" y="4363278"/>
                            </a:cubicBezTo>
                            <a:cubicBezTo>
                              <a:pt x="7502018" y="4338589"/>
                              <a:pt x="7446741" y="4371662"/>
                              <a:pt x="7504044" y="4333461"/>
                            </a:cubicBezTo>
                            <a:cubicBezTo>
                              <a:pt x="7513983" y="4320209"/>
                              <a:pt x="7524233" y="4307184"/>
                              <a:pt x="7533861" y="4293704"/>
                            </a:cubicBezTo>
                            <a:cubicBezTo>
                              <a:pt x="7540804" y="4283984"/>
                              <a:pt x="7546277" y="4273215"/>
                              <a:pt x="7553739" y="4263887"/>
                            </a:cubicBezTo>
                            <a:cubicBezTo>
                              <a:pt x="7559593" y="4256570"/>
                              <a:pt x="7566992" y="4250635"/>
                              <a:pt x="7573618" y="4244009"/>
                            </a:cubicBezTo>
                            <a:cubicBezTo>
                              <a:pt x="7580244" y="4230757"/>
                              <a:pt x="7587660" y="4217871"/>
                              <a:pt x="7593496" y="4204252"/>
                            </a:cubicBezTo>
                            <a:cubicBezTo>
                              <a:pt x="7597623" y="4194622"/>
                              <a:pt x="7599756" y="4184245"/>
                              <a:pt x="7603435" y="4174435"/>
                            </a:cubicBezTo>
                            <a:cubicBezTo>
                              <a:pt x="7609699" y="4157730"/>
                              <a:pt x="7616687" y="4141304"/>
                              <a:pt x="7623313" y="4124739"/>
                            </a:cubicBezTo>
                            <a:cubicBezTo>
                              <a:pt x="7626626" y="4091609"/>
                              <a:pt x="7633252" y="4058644"/>
                              <a:pt x="7633252" y="4025348"/>
                            </a:cubicBezTo>
                            <a:cubicBezTo>
                              <a:pt x="7633252" y="3959004"/>
                              <a:pt x="7627726" y="3892762"/>
                              <a:pt x="7623313" y="3826565"/>
                            </a:cubicBezTo>
                            <a:cubicBezTo>
                              <a:pt x="7620590" y="3785724"/>
                              <a:pt x="7611365" y="3702538"/>
                              <a:pt x="7603435" y="3657600"/>
                            </a:cubicBezTo>
                            <a:cubicBezTo>
                              <a:pt x="7597563" y="3624328"/>
                              <a:pt x="7590517" y="3591271"/>
                              <a:pt x="7583557" y="3558209"/>
                            </a:cubicBezTo>
                            <a:cubicBezTo>
                              <a:pt x="7577264" y="3528319"/>
                              <a:pt x="7571548" y="3498270"/>
                              <a:pt x="7563678" y="3468756"/>
                            </a:cubicBezTo>
                            <a:cubicBezTo>
                              <a:pt x="7558279" y="3448510"/>
                              <a:pt x="7550961" y="3428814"/>
                              <a:pt x="7543800" y="3409122"/>
                            </a:cubicBezTo>
                            <a:cubicBezTo>
                              <a:pt x="7537703" y="3392355"/>
                              <a:pt x="7528823" y="3376581"/>
                              <a:pt x="7523922" y="3359426"/>
                            </a:cubicBezTo>
                            <a:cubicBezTo>
                              <a:pt x="7515531" y="3330057"/>
                              <a:pt x="7511452" y="3299607"/>
                              <a:pt x="7504044" y="3269974"/>
                            </a:cubicBezTo>
                            <a:cubicBezTo>
                              <a:pt x="7498194" y="3246575"/>
                              <a:pt x="7490015" y="3223799"/>
                              <a:pt x="7484165" y="3200400"/>
                            </a:cubicBezTo>
                            <a:cubicBezTo>
                              <a:pt x="7480068" y="3184011"/>
                              <a:pt x="7478867" y="3166947"/>
                              <a:pt x="7474226" y="3150704"/>
                            </a:cubicBezTo>
                            <a:cubicBezTo>
                              <a:pt x="7387468" y="2847048"/>
                              <a:pt x="7493759" y="3225921"/>
                              <a:pt x="7414592" y="3001617"/>
                            </a:cubicBezTo>
                            <a:cubicBezTo>
                              <a:pt x="7402020" y="2965996"/>
                              <a:pt x="7396149" y="2928308"/>
                              <a:pt x="7384774" y="2892287"/>
                            </a:cubicBezTo>
                            <a:cubicBezTo>
                              <a:pt x="7376250" y="2865294"/>
                              <a:pt x="7363400" y="2839792"/>
                              <a:pt x="7354957" y="2812774"/>
                            </a:cubicBezTo>
                            <a:cubicBezTo>
                              <a:pt x="7288098" y="2598825"/>
                              <a:pt x="7386234" y="2869679"/>
                              <a:pt x="7305261" y="2653748"/>
                            </a:cubicBezTo>
                            <a:cubicBezTo>
                              <a:pt x="7283645" y="2524047"/>
                              <a:pt x="7312412" y="2674272"/>
                              <a:pt x="7255565" y="2484782"/>
                            </a:cubicBezTo>
                            <a:cubicBezTo>
                              <a:pt x="7184009" y="2246263"/>
                              <a:pt x="7288612" y="2536466"/>
                              <a:pt x="7205870" y="2315817"/>
                            </a:cubicBezTo>
                            <a:cubicBezTo>
                              <a:pt x="7181621" y="2146073"/>
                              <a:pt x="7216728" y="2348760"/>
                              <a:pt x="7166113" y="2176669"/>
                            </a:cubicBezTo>
                            <a:cubicBezTo>
                              <a:pt x="7156580" y="2144255"/>
                              <a:pt x="7154833" y="2109952"/>
                              <a:pt x="7146235" y="2077278"/>
                            </a:cubicBezTo>
                            <a:cubicBezTo>
                              <a:pt x="7138236" y="2046883"/>
                              <a:pt x="7126357" y="2017643"/>
                              <a:pt x="7116418" y="1987826"/>
                            </a:cubicBezTo>
                            <a:cubicBezTo>
                              <a:pt x="7113105" y="1964635"/>
                              <a:pt x="7111746" y="1941079"/>
                              <a:pt x="7106478" y="1918252"/>
                            </a:cubicBezTo>
                            <a:cubicBezTo>
                              <a:pt x="7091842" y="1854828"/>
                              <a:pt x="7056783" y="1729409"/>
                              <a:pt x="7056783" y="1729409"/>
                            </a:cubicBezTo>
                            <a:cubicBezTo>
                              <a:pt x="7053470" y="1699591"/>
                              <a:pt x="7051241" y="1669633"/>
                              <a:pt x="7046844" y="1639956"/>
                            </a:cubicBezTo>
                            <a:cubicBezTo>
                              <a:pt x="7037984" y="1580151"/>
                              <a:pt x="7024525" y="1521042"/>
                              <a:pt x="7017026" y="1461052"/>
                            </a:cubicBezTo>
                            <a:cubicBezTo>
                              <a:pt x="7010400" y="1408043"/>
                              <a:pt x="7007625" y="1354410"/>
                              <a:pt x="6997148" y="1302026"/>
                            </a:cubicBezTo>
                            <a:cubicBezTo>
                              <a:pt x="6987949" y="1256028"/>
                              <a:pt x="6982201" y="1232069"/>
                              <a:pt x="6977270" y="1182756"/>
                            </a:cubicBezTo>
                            <a:cubicBezTo>
                              <a:pt x="6972972" y="1139774"/>
                              <a:pt x="6971629" y="1096530"/>
                              <a:pt x="6967331" y="1053548"/>
                            </a:cubicBezTo>
                            <a:cubicBezTo>
                              <a:pt x="6961395" y="994189"/>
                              <a:pt x="6959613" y="992859"/>
                              <a:pt x="6947452" y="944217"/>
                            </a:cubicBezTo>
                            <a:cubicBezTo>
                              <a:pt x="6944139" y="692426"/>
                              <a:pt x="6943886" y="440575"/>
                              <a:pt x="6937513" y="188843"/>
                            </a:cubicBezTo>
                            <a:cubicBezTo>
                              <a:pt x="6937093" y="172256"/>
                              <a:pt x="6918225" y="139738"/>
                              <a:pt x="6907696" y="129209"/>
                            </a:cubicBezTo>
                            <a:cubicBezTo>
                              <a:pt x="6879210" y="100723"/>
                              <a:pt x="6880397" y="115559"/>
                              <a:pt x="6848061" y="99391"/>
                            </a:cubicBezTo>
                            <a:cubicBezTo>
                              <a:pt x="6837377" y="94049"/>
                              <a:pt x="6828928" y="84855"/>
                              <a:pt x="6818244" y="79513"/>
                            </a:cubicBezTo>
                            <a:cubicBezTo>
                              <a:pt x="6803986" y="72384"/>
                              <a:pt x="6761407" y="62819"/>
                              <a:pt x="6748670" y="59635"/>
                            </a:cubicBezTo>
                            <a:cubicBezTo>
                              <a:pt x="6665844" y="62948"/>
                              <a:pt x="6582744" y="62069"/>
                              <a:pt x="6500192" y="69574"/>
                            </a:cubicBezTo>
                            <a:cubicBezTo>
                              <a:pt x="6472984" y="72047"/>
                              <a:pt x="6447696" y="85399"/>
                              <a:pt x="6420678" y="89452"/>
                            </a:cubicBezTo>
                            <a:cubicBezTo>
                              <a:pt x="6381225" y="95370"/>
                              <a:pt x="6341165" y="96078"/>
                              <a:pt x="6301409" y="99391"/>
                            </a:cubicBezTo>
                            <a:cubicBezTo>
                              <a:pt x="6235770" y="115801"/>
                              <a:pt x="6190992" y="128334"/>
                              <a:pt x="6122505" y="139148"/>
                            </a:cubicBezTo>
                            <a:cubicBezTo>
                              <a:pt x="6092871" y="143827"/>
                              <a:pt x="6062870" y="145774"/>
                              <a:pt x="6033052" y="149087"/>
                            </a:cubicBezTo>
                            <a:lnTo>
                              <a:pt x="5953539" y="168965"/>
                            </a:lnTo>
                            <a:cubicBezTo>
                              <a:pt x="5930234" y="175180"/>
                              <a:pt x="5907756" y="184878"/>
                              <a:pt x="5883965" y="188843"/>
                            </a:cubicBezTo>
                            <a:cubicBezTo>
                              <a:pt x="5847869" y="194859"/>
                              <a:pt x="5811078" y="195469"/>
                              <a:pt x="5774635" y="198782"/>
                            </a:cubicBezTo>
                            <a:cubicBezTo>
                              <a:pt x="5682305" y="221866"/>
                              <a:pt x="5797068" y="194296"/>
                              <a:pt x="5675244" y="218661"/>
                            </a:cubicBezTo>
                            <a:cubicBezTo>
                              <a:pt x="5661849" y="221340"/>
                              <a:pt x="5648882" y="225921"/>
                              <a:pt x="5635487" y="228600"/>
                            </a:cubicBezTo>
                            <a:cubicBezTo>
                              <a:pt x="5614699" y="232758"/>
                              <a:pt x="5523781" y="246887"/>
                              <a:pt x="5506278" y="248478"/>
                            </a:cubicBezTo>
                            <a:cubicBezTo>
                              <a:pt x="5456677" y="252987"/>
                              <a:pt x="5406887" y="255104"/>
                              <a:pt x="5357192" y="258417"/>
                            </a:cubicBezTo>
                            <a:lnTo>
                              <a:pt x="4840357" y="248478"/>
                            </a:lnTo>
                            <a:cubicBezTo>
                              <a:pt x="4822286" y="247855"/>
                              <a:pt x="4751672" y="232354"/>
                              <a:pt x="4731026" y="228600"/>
                            </a:cubicBezTo>
                            <a:cubicBezTo>
                              <a:pt x="4711199" y="224995"/>
                              <a:pt x="4691097" y="222884"/>
                              <a:pt x="4671392" y="218661"/>
                            </a:cubicBezTo>
                            <a:cubicBezTo>
                              <a:pt x="4644678" y="212936"/>
                              <a:pt x="4619031" y="201799"/>
                              <a:pt x="4591878" y="198782"/>
                            </a:cubicBezTo>
                            <a:lnTo>
                              <a:pt x="4502426" y="188843"/>
                            </a:lnTo>
                            <a:cubicBezTo>
                              <a:pt x="4492487" y="185530"/>
                              <a:pt x="4482882" y="180959"/>
                              <a:pt x="4472609" y="178904"/>
                            </a:cubicBezTo>
                            <a:cubicBezTo>
                              <a:pt x="4449637" y="174310"/>
                              <a:pt x="4426189" y="172527"/>
                              <a:pt x="4403035" y="168965"/>
                            </a:cubicBezTo>
                            <a:cubicBezTo>
                              <a:pt x="4383117" y="165901"/>
                              <a:pt x="4363227" y="162631"/>
                              <a:pt x="4343400" y="159026"/>
                            </a:cubicBezTo>
                            <a:cubicBezTo>
                              <a:pt x="4326779" y="156004"/>
                              <a:pt x="4310368" y="151864"/>
                              <a:pt x="4293705" y="149087"/>
                            </a:cubicBezTo>
                            <a:cubicBezTo>
                              <a:pt x="4159759" y="126763"/>
                              <a:pt x="4285452" y="151202"/>
                              <a:pt x="4164496" y="129209"/>
                            </a:cubicBezTo>
                            <a:cubicBezTo>
                              <a:pt x="4147875" y="126187"/>
                              <a:pt x="4131563" y="121364"/>
                              <a:pt x="4114800" y="119269"/>
                            </a:cubicBezTo>
                            <a:cubicBezTo>
                              <a:pt x="4078489" y="114730"/>
                              <a:pt x="4041840" y="113371"/>
                              <a:pt x="4005470" y="109330"/>
                            </a:cubicBezTo>
                            <a:cubicBezTo>
                              <a:pt x="3959679" y="104242"/>
                              <a:pt x="3929658" y="98764"/>
                              <a:pt x="3886200" y="89452"/>
                            </a:cubicBezTo>
                            <a:cubicBezTo>
                              <a:pt x="3694182" y="48306"/>
                              <a:pt x="3907249" y="88309"/>
                              <a:pt x="3687418" y="59635"/>
                            </a:cubicBezTo>
                            <a:cubicBezTo>
                              <a:pt x="3647451" y="54422"/>
                              <a:pt x="3568148" y="39756"/>
                              <a:pt x="3568148" y="39756"/>
                            </a:cubicBezTo>
                            <a:cubicBezTo>
                              <a:pt x="3470180" y="7100"/>
                              <a:pt x="3562573" y="34908"/>
                              <a:pt x="3329609" y="19878"/>
                            </a:cubicBezTo>
                            <a:cubicBezTo>
                              <a:pt x="3296383" y="17734"/>
                              <a:pt x="3263408" y="12594"/>
                              <a:pt x="3230218" y="9939"/>
                            </a:cubicBezTo>
                            <a:cubicBezTo>
                              <a:pt x="3180571" y="5967"/>
                              <a:pt x="3130827" y="3313"/>
                              <a:pt x="3081131" y="0"/>
                            </a:cubicBezTo>
                            <a:lnTo>
                              <a:pt x="2524539" y="9939"/>
                            </a:lnTo>
                            <a:cubicBezTo>
                              <a:pt x="2510887" y="10394"/>
                              <a:pt x="2498337" y="18184"/>
                              <a:pt x="2484783" y="19878"/>
                            </a:cubicBezTo>
                            <a:cubicBezTo>
                              <a:pt x="2445197" y="24826"/>
                              <a:pt x="2405244" y="26205"/>
                              <a:pt x="2365513" y="29817"/>
                            </a:cubicBezTo>
                            <a:cubicBezTo>
                              <a:pt x="2059519" y="57634"/>
                              <a:pt x="2499288" y="20326"/>
                              <a:pt x="2146852" y="49695"/>
                            </a:cubicBezTo>
                            <a:cubicBezTo>
                              <a:pt x="2024559" y="80271"/>
                              <a:pt x="2151806" y="51300"/>
                              <a:pt x="1868557" y="69574"/>
                            </a:cubicBezTo>
                            <a:cubicBezTo>
                              <a:pt x="1845179" y="71082"/>
                              <a:pt x="1822204" y="76417"/>
                              <a:pt x="1798983" y="79513"/>
                            </a:cubicBezTo>
                            <a:lnTo>
                              <a:pt x="1719470" y="89452"/>
                            </a:lnTo>
                            <a:cubicBezTo>
                              <a:pt x="1490218" y="115904"/>
                              <a:pt x="1608845" y="102353"/>
                              <a:pt x="1431235" y="119269"/>
                            </a:cubicBezTo>
                            <a:lnTo>
                              <a:pt x="1331844" y="129209"/>
                            </a:lnTo>
                            <a:lnTo>
                              <a:pt x="1212574" y="139148"/>
                            </a:lnTo>
                            <a:lnTo>
                              <a:pt x="1023731" y="159026"/>
                            </a:lnTo>
                            <a:cubicBezTo>
                              <a:pt x="938428" y="180351"/>
                              <a:pt x="1029848" y="159536"/>
                              <a:pt x="884583" y="178904"/>
                            </a:cubicBezTo>
                            <a:cubicBezTo>
                              <a:pt x="867838" y="181137"/>
                              <a:pt x="851378" y="185178"/>
                              <a:pt x="834887" y="188843"/>
                            </a:cubicBezTo>
                            <a:cubicBezTo>
                              <a:pt x="821552" y="191806"/>
                              <a:pt x="808654" y="196850"/>
                              <a:pt x="795131" y="198782"/>
                            </a:cubicBezTo>
                            <a:cubicBezTo>
                              <a:pt x="762170" y="203491"/>
                              <a:pt x="728870" y="205409"/>
                              <a:pt x="695739" y="208722"/>
                            </a:cubicBezTo>
                            <a:cubicBezTo>
                              <a:pt x="682487" y="212035"/>
                              <a:pt x="669423" y="216217"/>
                              <a:pt x="655983" y="218661"/>
                            </a:cubicBezTo>
                            <a:cubicBezTo>
                              <a:pt x="632934" y="222852"/>
                              <a:pt x="609381" y="224006"/>
                              <a:pt x="586409" y="228600"/>
                            </a:cubicBezTo>
                            <a:cubicBezTo>
                              <a:pt x="564552" y="232971"/>
                              <a:pt x="543311" y="243383"/>
                              <a:pt x="526774" y="258417"/>
                            </a:cubicBezTo>
                            <a:cubicBezTo>
                              <a:pt x="499039" y="283631"/>
                              <a:pt x="447261" y="337930"/>
                              <a:pt x="447261" y="337930"/>
                            </a:cubicBezTo>
                            <a:cubicBezTo>
                              <a:pt x="434009" y="364434"/>
                              <a:pt x="425285" y="393737"/>
                              <a:pt x="407505" y="417443"/>
                            </a:cubicBezTo>
                            <a:cubicBezTo>
                              <a:pt x="378966" y="455494"/>
                              <a:pt x="376000" y="454510"/>
                              <a:pt x="357809" y="496956"/>
                            </a:cubicBezTo>
                            <a:cubicBezTo>
                              <a:pt x="343753" y="529754"/>
                              <a:pt x="334010" y="564432"/>
                              <a:pt x="318052" y="596348"/>
                            </a:cubicBezTo>
                            <a:cubicBezTo>
                              <a:pt x="311426" y="609600"/>
                              <a:pt x="304191" y="622565"/>
                              <a:pt x="298174" y="636104"/>
                            </a:cubicBezTo>
                            <a:cubicBezTo>
                              <a:pt x="290928" y="652408"/>
                              <a:pt x="285841" y="669632"/>
                              <a:pt x="278296" y="685800"/>
                            </a:cubicBezTo>
                            <a:cubicBezTo>
                              <a:pt x="239958" y="767953"/>
                              <a:pt x="233043" y="766788"/>
                              <a:pt x="208722" y="834887"/>
                            </a:cubicBezTo>
                            <a:cubicBezTo>
                              <a:pt x="198151" y="864486"/>
                              <a:pt x="187003" y="893970"/>
                              <a:pt x="178905" y="924339"/>
                            </a:cubicBezTo>
                            <a:cubicBezTo>
                              <a:pt x="173712" y="943811"/>
                              <a:pt x="174756" y="964671"/>
                              <a:pt x="168965" y="983974"/>
                            </a:cubicBezTo>
                            <a:cubicBezTo>
                              <a:pt x="164708" y="998165"/>
                              <a:pt x="154150" y="1009806"/>
                              <a:pt x="149087" y="1023730"/>
                            </a:cubicBezTo>
                            <a:cubicBezTo>
                              <a:pt x="140844" y="1046397"/>
                              <a:pt x="136140" y="1070202"/>
                              <a:pt x="129209" y="1093304"/>
                            </a:cubicBezTo>
                            <a:cubicBezTo>
                              <a:pt x="126199" y="1103339"/>
                              <a:pt x="122583" y="1113183"/>
                              <a:pt x="119270" y="1123122"/>
                            </a:cubicBezTo>
                            <a:cubicBezTo>
                              <a:pt x="115957" y="1146313"/>
                              <a:pt x="113925" y="1169723"/>
                              <a:pt x="109331" y="1192695"/>
                            </a:cubicBezTo>
                            <a:cubicBezTo>
                              <a:pt x="103973" y="1219485"/>
                              <a:pt x="93316" y="1245163"/>
                              <a:pt x="89452" y="1272209"/>
                            </a:cubicBezTo>
                            <a:cubicBezTo>
                              <a:pt x="86139" y="1295400"/>
                              <a:pt x="83704" y="1318733"/>
                              <a:pt x="79513" y="1341782"/>
                            </a:cubicBezTo>
                            <a:cubicBezTo>
                              <a:pt x="77069" y="1355222"/>
                              <a:pt x="71820" y="1368065"/>
                              <a:pt x="69574" y="1381539"/>
                            </a:cubicBezTo>
                            <a:cubicBezTo>
                              <a:pt x="50844" y="1493924"/>
                              <a:pt x="71020" y="1426896"/>
                              <a:pt x="49696" y="1490869"/>
                            </a:cubicBezTo>
                            <a:cubicBezTo>
                              <a:pt x="22478" y="1763051"/>
                              <a:pt x="54475" y="1464974"/>
                              <a:pt x="29818" y="1649895"/>
                            </a:cubicBezTo>
                            <a:cubicBezTo>
                              <a:pt x="25853" y="1679633"/>
                              <a:pt x="23599" y="1709578"/>
                              <a:pt x="19878" y="1739348"/>
                            </a:cubicBezTo>
                            <a:cubicBezTo>
                              <a:pt x="-2090" y="1915083"/>
                              <a:pt x="22674" y="1681575"/>
                              <a:pt x="0" y="1908313"/>
                            </a:cubicBezTo>
                            <a:cubicBezTo>
                              <a:pt x="3313" y="2117035"/>
                              <a:pt x="3711" y="2325823"/>
                              <a:pt x="9939" y="2534478"/>
                            </a:cubicBezTo>
                            <a:cubicBezTo>
                              <a:pt x="10347" y="2548132"/>
                              <a:pt x="15953" y="2561151"/>
                              <a:pt x="19878" y="2574235"/>
                            </a:cubicBezTo>
                            <a:cubicBezTo>
                              <a:pt x="32894" y="2617622"/>
                              <a:pt x="50731" y="2658922"/>
                              <a:pt x="59635" y="2703443"/>
                            </a:cubicBezTo>
                            <a:cubicBezTo>
                              <a:pt x="64542" y="2727977"/>
                              <a:pt x="69620" y="2776453"/>
                              <a:pt x="79513" y="2802835"/>
                            </a:cubicBezTo>
                            <a:cubicBezTo>
                              <a:pt x="84715" y="2816708"/>
                              <a:pt x="92766" y="2829339"/>
                              <a:pt x="99392" y="2842591"/>
                            </a:cubicBezTo>
                            <a:lnTo>
                              <a:pt x="119270" y="2922104"/>
                            </a:lnTo>
                            <a:cubicBezTo>
                              <a:pt x="122583" y="2935356"/>
                              <a:pt x="126963" y="2948387"/>
                              <a:pt x="129209" y="2961861"/>
                            </a:cubicBezTo>
                            <a:cubicBezTo>
                              <a:pt x="137549" y="3011901"/>
                              <a:pt x="142517" y="3051485"/>
                              <a:pt x="159026" y="3101009"/>
                            </a:cubicBezTo>
                            <a:lnTo>
                              <a:pt x="178905" y="3160643"/>
                            </a:lnTo>
                            <a:lnTo>
                              <a:pt x="188844" y="3190461"/>
                            </a:lnTo>
                            <a:cubicBezTo>
                              <a:pt x="192157" y="3220278"/>
                              <a:pt x="194221" y="3250261"/>
                              <a:pt x="198783" y="3279913"/>
                            </a:cubicBezTo>
                            <a:cubicBezTo>
                              <a:pt x="205093" y="3320926"/>
                              <a:pt x="217765" y="3335964"/>
                              <a:pt x="228600" y="3379304"/>
                            </a:cubicBezTo>
                            <a:cubicBezTo>
                              <a:pt x="231913" y="3392556"/>
                              <a:pt x="234786" y="3405926"/>
                              <a:pt x="238539" y="3419061"/>
                            </a:cubicBezTo>
                            <a:cubicBezTo>
                              <a:pt x="241417" y="3429135"/>
                              <a:pt x="245937" y="3438714"/>
                              <a:pt x="248478" y="3448878"/>
                            </a:cubicBezTo>
                            <a:cubicBezTo>
                              <a:pt x="252575" y="3465267"/>
                              <a:pt x="254753" y="3482083"/>
                              <a:pt x="258418" y="3498574"/>
                            </a:cubicBezTo>
                            <a:cubicBezTo>
                              <a:pt x="261381" y="3511909"/>
                              <a:pt x="265678" y="3524935"/>
                              <a:pt x="268357" y="3538330"/>
                            </a:cubicBezTo>
                            <a:cubicBezTo>
                              <a:pt x="274744" y="3570267"/>
                              <a:pt x="279198" y="3629136"/>
                              <a:pt x="298174" y="3657600"/>
                            </a:cubicBezTo>
                            <a:cubicBezTo>
                              <a:pt x="304800" y="3667539"/>
                              <a:pt x="308724" y="3679955"/>
                              <a:pt x="318052" y="3687417"/>
                            </a:cubicBezTo>
                            <a:cubicBezTo>
                              <a:pt x="326233" y="3693962"/>
                              <a:pt x="337931" y="3694043"/>
                              <a:pt x="347870" y="3697356"/>
                            </a:cubicBezTo>
                            <a:cubicBezTo>
                              <a:pt x="354496" y="3703982"/>
                              <a:pt x="359367" y="3713044"/>
                              <a:pt x="367748" y="3717235"/>
                            </a:cubicBezTo>
                            <a:cubicBezTo>
                              <a:pt x="379966" y="3723344"/>
                              <a:pt x="394370" y="3723421"/>
                              <a:pt x="407505" y="3727174"/>
                            </a:cubicBezTo>
                            <a:cubicBezTo>
                              <a:pt x="417579" y="3730052"/>
                              <a:pt x="427951" y="3732428"/>
                              <a:pt x="437322" y="3737113"/>
                            </a:cubicBezTo>
                            <a:cubicBezTo>
                              <a:pt x="448006" y="3742455"/>
                              <a:pt x="456160" y="3752286"/>
                              <a:pt x="467139" y="3756991"/>
                            </a:cubicBezTo>
                            <a:cubicBezTo>
                              <a:pt x="479695" y="3762372"/>
                              <a:pt x="493761" y="3763177"/>
                              <a:pt x="506896" y="3766930"/>
                            </a:cubicBezTo>
                            <a:cubicBezTo>
                              <a:pt x="576288" y="3786756"/>
                              <a:pt x="487544" y="3769844"/>
                              <a:pt x="606287" y="3786809"/>
                            </a:cubicBezTo>
                            <a:cubicBezTo>
                              <a:pt x="692426" y="3783496"/>
                              <a:pt x="778826" y="3784337"/>
                              <a:pt x="864705" y="3776869"/>
                            </a:cubicBezTo>
                            <a:cubicBezTo>
                              <a:pt x="875143" y="3775961"/>
                              <a:pt x="844258" y="3771615"/>
                              <a:pt x="834887" y="3766930"/>
                            </a:cubicBezTo>
                            <a:cubicBezTo>
                              <a:pt x="830696" y="3764835"/>
                              <a:pt x="785192" y="3770243"/>
                              <a:pt x="785192" y="3766930"/>
                            </a:cubicBezTo>
                            <a:close/>
                          </a:path>
                        </a:pathLst>
                      </a:custGeom>
                      <a:solidFill>
                        <a:schemeClr val="bg1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sz="1013"/>
                      </a:p>
                    </p:txBody>
                  </p:sp>
                </p:grpSp>
                <p:sp>
                  <p:nvSpPr>
                    <p:cNvPr id="66" name="任意多边形 65"/>
                    <p:cNvSpPr/>
                    <p:nvPr/>
                  </p:nvSpPr>
                  <p:spPr>
                    <a:xfrm>
                      <a:off x="1719470" y="4830417"/>
                      <a:ext cx="1123121" cy="468544"/>
                    </a:xfrm>
                    <a:custGeom>
                      <a:avLst/>
                      <a:gdLst>
                        <a:gd name="connsiteX0" fmla="*/ 39756 w 1123121"/>
                        <a:gd name="connsiteY0" fmla="*/ 467140 h 468544"/>
                        <a:gd name="connsiteX1" fmla="*/ 89452 w 1123121"/>
                        <a:gd name="connsiteY1" fmla="*/ 447261 h 468544"/>
                        <a:gd name="connsiteX2" fmla="*/ 149087 w 1123121"/>
                        <a:gd name="connsiteY2" fmla="*/ 417444 h 468544"/>
                        <a:gd name="connsiteX3" fmla="*/ 238539 w 1123121"/>
                        <a:gd name="connsiteY3" fmla="*/ 377687 h 468544"/>
                        <a:gd name="connsiteX4" fmla="*/ 357808 w 1123121"/>
                        <a:gd name="connsiteY4" fmla="*/ 337931 h 468544"/>
                        <a:gd name="connsiteX5" fmla="*/ 417443 w 1123121"/>
                        <a:gd name="connsiteY5" fmla="*/ 318053 h 468544"/>
                        <a:gd name="connsiteX6" fmla="*/ 447260 w 1123121"/>
                        <a:gd name="connsiteY6" fmla="*/ 308113 h 468544"/>
                        <a:gd name="connsiteX7" fmla="*/ 467139 w 1123121"/>
                        <a:gd name="connsiteY7" fmla="*/ 288235 h 468544"/>
                        <a:gd name="connsiteX8" fmla="*/ 526773 w 1123121"/>
                        <a:gd name="connsiteY8" fmla="*/ 268357 h 468544"/>
                        <a:gd name="connsiteX9" fmla="*/ 606287 w 1123121"/>
                        <a:gd name="connsiteY9" fmla="*/ 228600 h 468544"/>
                        <a:gd name="connsiteX10" fmla="*/ 665921 w 1123121"/>
                        <a:gd name="connsiteY10" fmla="*/ 208722 h 468544"/>
                        <a:gd name="connsiteX11" fmla="*/ 695739 w 1123121"/>
                        <a:gd name="connsiteY11" fmla="*/ 198783 h 468544"/>
                        <a:gd name="connsiteX12" fmla="*/ 735495 w 1123121"/>
                        <a:gd name="connsiteY12" fmla="*/ 188844 h 468544"/>
                        <a:gd name="connsiteX13" fmla="*/ 834887 w 1123121"/>
                        <a:gd name="connsiteY13" fmla="*/ 198783 h 468544"/>
                        <a:gd name="connsiteX14" fmla="*/ 894521 w 1123121"/>
                        <a:gd name="connsiteY14" fmla="*/ 178905 h 468544"/>
                        <a:gd name="connsiteX15" fmla="*/ 914400 w 1123121"/>
                        <a:gd name="connsiteY15" fmla="*/ 159026 h 468544"/>
                        <a:gd name="connsiteX16" fmla="*/ 974034 w 1123121"/>
                        <a:gd name="connsiteY16" fmla="*/ 139148 h 468544"/>
                        <a:gd name="connsiteX17" fmla="*/ 1053547 w 1123121"/>
                        <a:gd name="connsiteY17" fmla="*/ 99392 h 468544"/>
                        <a:gd name="connsiteX18" fmla="*/ 1083365 w 1123121"/>
                        <a:gd name="connsiteY18" fmla="*/ 89453 h 468544"/>
                        <a:gd name="connsiteX19" fmla="*/ 1113182 w 1123121"/>
                        <a:gd name="connsiteY19" fmla="*/ 79513 h 468544"/>
                        <a:gd name="connsiteX20" fmla="*/ 1123121 w 1123121"/>
                        <a:gd name="connsiteY20" fmla="*/ 49696 h 468544"/>
                        <a:gd name="connsiteX21" fmla="*/ 1063487 w 1123121"/>
                        <a:gd name="connsiteY21" fmla="*/ 9940 h 468544"/>
                        <a:gd name="connsiteX22" fmla="*/ 1033669 w 1123121"/>
                        <a:gd name="connsiteY22" fmla="*/ 0 h 468544"/>
                        <a:gd name="connsiteX23" fmla="*/ 914400 w 1123121"/>
                        <a:gd name="connsiteY23" fmla="*/ 29818 h 468544"/>
                        <a:gd name="connsiteX24" fmla="*/ 795130 w 1123121"/>
                        <a:gd name="connsiteY24" fmla="*/ 59635 h 468544"/>
                        <a:gd name="connsiteX25" fmla="*/ 755373 w 1123121"/>
                        <a:gd name="connsiteY25" fmla="*/ 69574 h 468544"/>
                        <a:gd name="connsiteX26" fmla="*/ 655982 w 1123121"/>
                        <a:gd name="connsiteY26" fmla="*/ 99392 h 468544"/>
                        <a:gd name="connsiteX27" fmla="*/ 496956 w 1123121"/>
                        <a:gd name="connsiteY27" fmla="*/ 119270 h 468544"/>
                        <a:gd name="connsiteX28" fmla="*/ 447260 w 1123121"/>
                        <a:gd name="connsiteY28" fmla="*/ 129209 h 468544"/>
                        <a:gd name="connsiteX29" fmla="*/ 377687 w 1123121"/>
                        <a:gd name="connsiteY29" fmla="*/ 139148 h 468544"/>
                        <a:gd name="connsiteX30" fmla="*/ 318052 w 1123121"/>
                        <a:gd name="connsiteY30" fmla="*/ 159026 h 468544"/>
                        <a:gd name="connsiteX31" fmla="*/ 248478 w 1123121"/>
                        <a:gd name="connsiteY31" fmla="*/ 178905 h 468544"/>
                        <a:gd name="connsiteX32" fmla="*/ 218660 w 1123121"/>
                        <a:gd name="connsiteY32" fmla="*/ 198783 h 468544"/>
                        <a:gd name="connsiteX33" fmla="*/ 188843 w 1123121"/>
                        <a:gd name="connsiteY33" fmla="*/ 208722 h 468544"/>
                        <a:gd name="connsiteX34" fmla="*/ 149087 w 1123121"/>
                        <a:gd name="connsiteY34" fmla="*/ 228600 h 468544"/>
                        <a:gd name="connsiteX35" fmla="*/ 89452 w 1123121"/>
                        <a:gd name="connsiteY35" fmla="*/ 248479 h 468544"/>
                        <a:gd name="connsiteX36" fmla="*/ 69573 w 1123121"/>
                        <a:gd name="connsiteY36" fmla="*/ 268357 h 468544"/>
                        <a:gd name="connsiteX37" fmla="*/ 39756 w 1123121"/>
                        <a:gd name="connsiteY37" fmla="*/ 387626 h 468544"/>
                        <a:gd name="connsiteX38" fmla="*/ 19878 w 1123121"/>
                        <a:gd name="connsiteY38" fmla="*/ 407505 h 468544"/>
                        <a:gd name="connsiteX39" fmla="*/ 0 w 1123121"/>
                        <a:gd name="connsiteY39" fmla="*/ 437322 h 468544"/>
                        <a:gd name="connsiteX40" fmla="*/ 89452 w 1123121"/>
                        <a:gd name="connsiteY40" fmla="*/ 437322 h 468544"/>
                        <a:gd name="connsiteX41" fmla="*/ 99391 w 1123121"/>
                        <a:gd name="connsiteY41" fmla="*/ 407505 h 468544"/>
                        <a:gd name="connsiteX42" fmla="*/ 39756 w 1123121"/>
                        <a:gd name="connsiteY42" fmla="*/ 467140 h 46854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</a:cxnLst>
                      <a:rect l="l" t="t" r="r" b="b"/>
                      <a:pathLst>
                        <a:path w="1123121" h="468544">
                          <a:moveTo>
                            <a:pt x="39756" y="467140"/>
                          </a:moveTo>
                          <a:cubicBezTo>
                            <a:pt x="38099" y="473766"/>
                            <a:pt x="73494" y="455240"/>
                            <a:pt x="89452" y="447261"/>
                          </a:cubicBezTo>
                          <a:cubicBezTo>
                            <a:pt x="166515" y="408729"/>
                            <a:pt x="74144" y="442424"/>
                            <a:pt x="149087" y="417444"/>
                          </a:cubicBezTo>
                          <a:cubicBezTo>
                            <a:pt x="196338" y="385943"/>
                            <a:pt x="167573" y="401343"/>
                            <a:pt x="238539" y="377687"/>
                          </a:cubicBezTo>
                          <a:lnTo>
                            <a:pt x="357808" y="337931"/>
                          </a:lnTo>
                          <a:lnTo>
                            <a:pt x="417443" y="318053"/>
                          </a:lnTo>
                          <a:lnTo>
                            <a:pt x="447260" y="308113"/>
                          </a:lnTo>
                          <a:cubicBezTo>
                            <a:pt x="453886" y="301487"/>
                            <a:pt x="458757" y="292426"/>
                            <a:pt x="467139" y="288235"/>
                          </a:cubicBezTo>
                          <a:cubicBezTo>
                            <a:pt x="485880" y="278865"/>
                            <a:pt x="526773" y="268357"/>
                            <a:pt x="526773" y="268357"/>
                          </a:cubicBezTo>
                          <a:cubicBezTo>
                            <a:pt x="561469" y="233663"/>
                            <a:pt x="537762" y="251442"/>
                            <a:pt x="606287" y="228600"/>
                          </a:cubicBezTo>
                          <a:lnTo>
                            <a:pt x="665921" y="208722"/>
                          </a:lnTo>
                          <a:cubicBezTo>
                            <a:pt x="675860" y="205409"/>
                            <a:pt x="685575" y="201324"/>
                            <a:pt x="695739" y="198783"/>
                          </a:cubicBezTo>
                          <a:lnTo>
                            <a:pt x="735495" y="188844"/>
                          </a:lnTo>
                          <a:cubicBezTo>
                            <a:pt x="780739" y="219006"/>
                            <a:pt x="761462" y="215727"/>
                            <a:pt x="834887" y="198783"/>
                          </a:cubicBezTo>
                          <a:cubicBezTo>
                            <a:pt x="855304" y="194071"/>
                            <a:pt x="894521" y="178905"/>
                            <a:pt x="894521" y="178905"/>
                          </a:cubicBezTo>
                          <a:cubicBezTo>
                            <a:pt x="901147" y="172279"/>
                            <a:pt x="906018" y="163217"/>
                            <a:pt x="914400" y="159026"/>
                          </a:cubicBezTo>
                          <a:cubicBezTo>
                            <a:pt x="933141" y="149655"/>
                            <a:pt x="974034" y="139148"/>
                            <a:pt x="974034" y="139148"/>
                          </a:cubicBezTo>
                          <a:cubicBezTo>
                            <a:pt x="1008729" y="104454"/>
                            <a:pt x="985023" y="122233"/>
                            <a:pt x="1053547" y="99392"/>
                          </a:cubicBezTo>
                          <a:lnTo>
                            <a:pt x="1083365" y="89453"/>
                          </a:lnTo>
                          <a:lnTo>
                            <a:pt x="1113182" y="79513"/>
                          </a:lnTo>
                          <a:cubicBezTo>
                            <a:pt x="1116495" y="69574"/>
                            <a:pt x="1123121" y="60173"/>
                            <a:pt x="1123121" y="49696"/>
                          </a:cubicBezTo>
                          <a:cubicBezTo>
                            <a:pt x="1123121" y="5813"/>
                            <a:pt x="1098815" y="18772"/>
                            <a:pt x="1063487" y="9940"/>
                          </a:cubicBezTo>
                          <a:cubicBezTo>
                            <a:pt x="1053323" y="7399"/>
                            <a:pt x="1043608" y="3313"/>
                            <a:pt x="1033669" y="0"/>
                          </a:cubicBezTo>
                          <a:cubicBezTo>
                            <a:pt x="877604" y="26013"/>
                            <a:pt x="1071924" y="-9562"/>
                            <a:pt x="914400" y="29818"/>
                          </a:cubicBezTo>
                          <a:lnTo>
                            <a:pt x="795130" y="59635"/>
                          </a:lnTo>
                          <a:cubicBezTo>
                            <a:pt x="781878" y="62948"/>
                            <a:pt x="768332" y="65254"/>
                            <a:pt x="755373" y="69574"/>
                          </a:cubicBezTo>
                          <a:cubicBezTo>
                            <a:pt x="724246" y="79950"/>
                            <a:pt x="689033" y="93383"/>
                            <a:pt x="655982" y="99392"/>
                          </a:cubicBezTo>
                          <a:cubicBezTo>
                            <a:pt x="584252" y="112434"/>
                            <a:pt x="574419" y="108204"/>
                            <a:pt x="496956" y="119270"/>
                          </a:cubicBezTo>
                          <a:cubicBezTo>
                            <a:pt x="480232" y="121659"/>
                            <a:pt x="463924" y="126432"/>
                            <a:pt x="447260" y="129209"/>
                          </a:cubicBezTo>
                          <a:cubicBezTo>
                            <a:pt x="424152" y="133060"/>
                            <a:pt x="400878" y="135835"/>
                            <a:pt x="377687" y="139148"/>
                          </a:cubicBezTo>
                          <a:cubicBezTo>
                            <a:pt x="357809" y="145774"/>
                            <a:pt x="338380" y="153944"/>
                            <a:pt x="318052" y="159026"/>
                          </a:cubicBezTo>
                          <a:cubicBezTo>
                            <a:pt x="305317" y="162210"/>
                            <a:pt x="262735" y="171777"/>
                            <a:pt x="248478" y="178905"/>
                          </a:cubicBezTo>
                          <a:cubicBezTo>
                            <a:pt x="237794" y="184247"/>
                            <a:pt x="229344" y="193441"/>
                            <a:pt x="218660" y="198783"/>
                          </a:cubicBezTo>
                          <a:cubicBezTo>
                            <a:pt x="209289" y="203468"/>
                            <a:pt x="198473" y="204595"/>
                            <a:pt x="188843" y="208722"/>
                          </a:cubicBezTo>
                          <a:cubicBezTo>
                            <a:pt x="175225" y="214558"/>
                            <a:pt x="162843" y="223097"/>
                            <a:pt x="149087" y="228600"/>
                          </a:cubicBezTo>
                          <a:cubicBezTo>
                            <a:pt x="129632" y="236382"/>
                            <a:pt x="89452" y="248479"/>
                            <a:pt x="89452" y="248479"/>
                          </a:cubicBezTo>
                          <a:cubicBezTo>
                            <a:pt x="82826" y="255105"/>
                            <a:pt x="73764" y="259976"/>
                            <a:pt x="69573" y="268357"/>
                          </a:cubicBezTo>
                          <a:cubicBezTo>
                            <a:pt x="13125" y="381252"/>
                            <a:pt x="82182" y="274487"/>
                            <a:pt x="39756" y="387626"/>
                          </a:cubicBezTo>
                          <a:cubicBezTo>
                            <a:pt x="36466" y="396400"/>
                            <a:pt x="25732" y="400188"/>
                            <a:pt x="19878" y="407505"/>
                          </a:cubicBezTo>
                          <a:cubicBezTo>
                            <a:pt x="12416" y="416833"/>
                            <a:pt x="6626" y="427383"/>
                            <a:pt x="0" y="437322"/>
                          </a:cubicBezTo>
                          <a:cubicBezTo>
                            <a:pt x="32663" y="448210"/>
                            <a:pt x="50785" y="459417"/>
                            <a:pt x="89452" y="437322"/>
                          </a:cubicBezTo>
                          <a:cubicBezTo>
                            <a:pt x="98548" y="432124"/>
                            <a:pt x="109868" y="407505"/>
                            <a:pt x="99391" y="407505"/>
                          </a:cubicBezTo>
                          <a:cubicBezTo>
                            <a:pt x="77675" y="407505"/>
                            <a:pt x="41413" y="460514"/>
                            <a:pt x="39756" y="467140"/>
                          </a:cubicBezTo>
                          <a:close/>
                        </a:path>
                      </a:pathLst>
                    </a:cu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 sz="1013"/>
                    </a:p>
                  </p:txBody>
                </p:sp>
              </p:grpSp>
              <p:sp>
                <p:nvSpPr>
                  <p:cNvPr id="68" name="TextBox 5"/>
                  <p:cNvSpPr txBox="1"/>
                  <p:nvPr/>
                </p:nvSpPr>
                <p:spPr>
                  <a:xfrm>
                    <a:off x="5300452" y="1763438"/>
                    <a:ext cx="350524" cy="83099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>
                      <a:lnSpc>
                        <a:spcPct val="150000"/>
                      </a:lnSpc>
                    </a:pPr>
                    <a:r>
                      <a:rPr lang="en-US" altLang="zh-CN" sz="2025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rPr>
                      <a:t>?</a:t>
                    </a:r>
                    <a:r>
                      <a:rPr lang="en-US" altLang="zh-CN" sz="900">
                        <a:solidFill>
                          <a:schemeClr val="accent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rPr>
                      <a:t>)</a:t>
                    </a:r>
                  </a:p>
                </p:txBody>
              </p:sp>
            </p:grpSp>
            <p:pic>
              <p:nvPicPr>
                <p:cNvPr id="85" name="图片 84"/>
                <p:cNvPicPr>
                  <a:picLocks noChangeAspect="1"/>
                </p:cNvPicPr>
                <p:nvPr/>
              </p:nvPicPr>
              <p:blipFill rotWithShape="1">
                <a:blip r:embed="rId8"/>
                <a:srcRect l="1968" t="8472" r="-1"/>
                <a:stretch/>
              </p:blipFill>
              <p:spPr>
                <a:xfrm>
                  <a:off x="3771435" y="1368346"/>
                  <a:ext cx="1145325" cy="1234758"/>
                </a:xfrm>
                <a:prstGeom prst="rect">
                  <a:avLst/>
                </a:prstGeom>
              </p:spPr>
            </p:pic>
            <p:sp>
              <p:nvSpPr>
                <p:cNvPr id="115" name="TextBox 5"/>
                <p:cNvSpPr txBox="1"/>
                <p:nvPr/>
              </p:nvSpPr>
              <p:spPr>
                <a:xfrm>
                  <a:off x="3523360" y="5290372"/>
                  <a:ext cx="1641476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>
                    <a:lnSpc>
                      <a:spcPct val="150000"/>
                    </a:lnSpc>
                  </a:pPr>
                  <a:r>
                    <a:rPr lang="zh-CN" altLang="en-US" sz="900" b="1">
                      <a:latin typeface="Arial" panose="020B0604020202020204" pitchFamily="34" charset="0"/>
                      <a:ea typeface="微软雅黑" panose="020B0503020204020204" pitchFamily="34" charset="-122"/>
                      <a:sym typeface="Arial" panose="020B0604020202020204" pitchFamily="34" charset="0"/>
                    </a:rPr>
                    <a:t>共享多功能网球车</a:t>
                  </a:r>
                  <a:endParaRPr lang="en-US" altLang="zh-CN" sz="900" b="1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116" name="TextBox 5"/>
                <p:cNvSpPr txBox="1"/>
                <p:nvPr/>
              </p:nvSpPr>
              <p:spPr>
                <a:xfrm>
                  <a:off x="3897472" y="2655995"/>
                  <a:ext cx="820738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>
                    <a:lnSpc>
                      <a:spcPct val="150000"/>
                    </a:lnSpc>
                  </a:pPr>
                  <a:r>
                    <a:rPr lang="zh-CN" altLang="en-US" sz="900" b="1">
                      <a:latin typeface="Arial" panose="020B0604020202020204" pitchFamily="34" charset="0"/>
                      <a:ea typeface="微软雅黑" panose="020B0503020204020204" pitchFamily="34" charset="-122"/>
                      <a:sym typeface="Arial" panose="020B0604020202020204" pitchFamily="34" charset="0"/>
                    </a:rPr>
                    <a:t>软件服务</a:t>
                  </a:r>
                  <a:endParaRPr lang="en-US" altLang="zh-CN" sz="900" b="1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118" name="圆角矩形 117"/>
                <p:cNvSpPr/>
                <p:nvPr/>
              </p:nvSpPr>
              <p:spPr>
                <a:xfrm>
                  <a:off x="3159761" y="3895335"/>
                  <a:ext cx="2296160" cy="2113389"/>
                </a:xfrm>
                <a:prstGeom prst="roundRect">
                  <a:avLst>
                    <a:gd name="adj" fmla="val 6195"/>
                  </a:avLst>
                </a:prstGeom>
                <a:noFill/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013"/>
                </a:p>
              </p:txBody>
            </p:sp>
            <p:sp>
              <p:nvSpPr>
                <p:cNvPr id="126" name="圆角矩形 125"/>
                <p:cNvSpPr/>
                <p:nvPr/>
              </p:nvSpPr>
              <p:spPr>
                <a:xfrm>
                  <a:off x="3159761" y="1035330"/>
                  <a:ext cx="2296160" cy="2044877"/>
                </a:xfrm>
                <a:prstGeom prst="roundRect">
                  <a:avLst>
                    <a:gd name="adj" fmla="val 6195"/>
                  </a:avLst>
                </a:prstGeom>
                <a:noFill/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013"/>
                </a:p>
              </p:txBody>
            </p:sp>
          </p:grpSp>
          <p:sp>
            <p:nvSpPr>
              <p:cNvPr id="131" name="圆角矩形 130"/>
              <p:cNvSpPr/>
              <p:nvPr/>
            </p:nvSpPr>
            <p:spPr>
              <a:xfrm>
                <a:off x="4992769" y="5420855"/>
                <a:ext cx="764528" cy="293309"/>
              </a:xfrm>
              <a:prstGeom prst="roundRect">
                <a:avLst>
                  <a:gd name="adj" fmla="val 12040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013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rPr>
                  <a:t>盈利</a:t>
                </a:r>
              </a:p>
            </p:txBody>
          </p:sp>
          <p:cxnSp>
            <p:nvCxnSpPr>
              <p:cNvPr id="133" name="肘形连接符 132"/>
              <p:cNvCxnSpPr>
                <a:stCxn id="38" idx="3"/>
                <a:endCxn id="71" idx="0"/>
              </p:cNvCxnSpPr>
              <p:nvPr/>
            </p:nvCxnSpPr>
            <p:spPr>
              <a:xfrm flipH="1">
                <a:off x="2589745" y="6356092"/>
                <a:ext cx="1899545" cy="1613803"/>
              </a:xfrm>
              <a:prstGeom prst="bentConnector4">
                <a:avLst>
                  <a:gd name="adj1" fmla="val -12034"/>
                  <a:gd name="adj2" fmla="val 87721"/>
                </a:avLst>
              </a:prstGeom>
              <a:ln>
                <a:solidFill>
                  <a:schemeClr val="tx1"/>
                </a:solidFill>
                <a:tailEnd type="triangl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肘形连接符 133"/>
              <p:cNvCxnSpPr>
                <a:stCxn id="97" idx="3"/>
                <a:endCxn id="71" idx="0"/>
              </p:cNvCxnSpPr>
              <p:nvPr/>
            </p:nvCxnSpPr>
            <p:spPr>
              <a:xfrm flipH="1">
                <a:off x="2589745" y="7244675"/>
                <a:ext cx="1890657" cy="725220"/>
              </a:xfrm>
              <a:prstGeom prst="bentConnector4">
                <a:avLst>
                  <a:gd name="adj1" fmla="val -12628"/>
                  <a:gd name="adj2" fmla="val 72999"/>
                </a:avLst>
              </a:prstGeom>
              <a:ln>
                <a:solidFill>
                  <a:schemeClr val="tx1"/>
                </a:solidFill>
                <a:tailEnd type="triangl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肘形连接符 136"/>
              <p:cNvCxnSpPr>
                <a:stCxn id="40" idx="1"/>
                <a:endCxn id="58" idx="2"/>
              </p:cNvCxnSpPr>
              <p:nvPr/>
            </p:nvCxnSpPr>
            <p:spPr>
              <a:xfrm flipV="1">
                <a:off x="4306449" y="7343451"/>
                <a:ext cx="1067675" cy="754747"/>
              </a:xfrm>
              <a:prstGeom prst="bentConnector2">
                <a:avLst/>
              </a:prstGeom>
              <a:ln>
                <a:solidFill>
                  <a:schemeClr val="tx1"/>
                </a:solidFill>
                <a:tailEnd type="triangl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直接箭头连接符 170"/>
              <p:cNvCxnSpPr>
                <a:stCxn id="8" idx="3"/>
                <a:endCxn id="131" idx="1"/>
              </p:cNvCxnSpPr>
              <p:nvPr/>
            </p:nvCxnSpPr>
            <p:spPr>
              <a:xfrm>
                <a:off x="4266051" y="5558199"/>
                <a:ext cx="726718" cy="9311"/>
              </a:xfrm>
              <a:prstGeom prst="straightConnector1">
                <a:avLst/>
              </a:prstGeom>
              <a:ln>
                <a:tailEnd type="triangle" w="med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74" name="TextBox 5"/>
              <p:cNvSpPr txBox="1"/>
              <p:nvPr/>
            </p:nvSpPr>
            <p:spPr>
              <a:xfrm>
                <a:off x="3684453" y="5238946"/>
                <a:ext cx="201978" cy="16030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788" b="1">
                    <a:solidFill>
                      <a:schemeClr val="bg1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个人</a:t>
                </a:r>
                <a:endParaRPr lang="en-US" altLang="zh-CN" sz="675" b="1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9" name="圆角矩形 58"/>
              <p:cNvSpPr/>
              <p:nvPr/>
            </p:nvSpPr>
            <p:spPr>
              <a:xfrm flipH="1">
                <a:off x="2254397" y="6228989"/>
                <a:ext cx="469305" cy="254202"/>
              </a:xfrm>
              <a:prstGeom prst="roundRect">
                <a:avLst>
                  <a:gd name="adj" fmla="val 17192"/>
                </a:avLst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013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销售</a:t>
                </a:r>
                <a:endParaRPr lang="zh-CN" altLang="en-US" sz="1013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60" name="肘形连接符 59"/>
              <p:cNvCxnSpPr>
                <a:stCxn id="59" idx="0"/>
                <a:endCxn id="8" idx="1"/>
              </p:cNvCxnSpPr>
              <p:nvPr/>
            </p:nvCxnSpPr>
            <p:spPr>
              <a:xfrm rot="5400000" flipH="1" flipV="1">
                <a:off x="2529446" y="5517801"/>
                <a:ext cx="670792" cy="751586"/>
              </a:xfrm>
              <a:prstGeom prst="bentConnector2">
                <a:avLst/>
              </a:prstGeom>
              <a:ln>
                <a:solidFill>
                  <a:schemeClr val="tx1"/>
                </a:solidFill>
                <a:headEnd w="med" len="lg"/>
                <a:tailEnd type="triangl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直接箭头连接符 68"/>
              <p:cNvCxnSpPr>
                <a:stCxn id="59" idx="1"/>
                <a:endCxn id="38" idx="1"/>
              </p:cNvCxnSpPr>
              <p:nvPr/>
            </p:nvCxnSpPr>
            <p:spPr>
              <a:xfrm>
                <a:off x="2723701" y="6356091"/>
                <a:ext cx="384188" cy="1"/>
              </a:xfrm>
              <a:prstGeom prst="straightConnector1">
                <a:avLst/>
              </a:prstGeom>
              <a:ln>
                <a:tailEnd type="triangle" w="sm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0" name="肘形连接符 69"/>
              <p:cNvCxnSpPr>
                <a:stCxn id="59" idx="2"/>
                <a:endCxn id="97" idx="1"/>
              </p:cNvCxnSpPr>
              <p:nvPr/>
            </p:nvCxnSpPr>
            <p:spPr>
              <a:xfrm rot="16200000" flipH="1">
                <a:off x="2413285" y="6558957"/>
                <a:ext cx="761483" cy="609953"/>
              </a:xfrm>
              <a:prstGeom prst="bentConnector2">
                <a:avLst/>
              </a:prstGeom>
              <a:ln>
                <a:solidFill>
                  <a:schemeClr val="tx1"/>
                </a:solidFill>
                <a:headEnd w="med" len="lg"/>
                <a:tailEnd type="triangl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1" name="圆角矩形 70"/>
              <p:cNvSpPr/>
              <p:nvPr/>
            </p:nvSpPr>
            <p:spPr>
              <a:xfrm flipH="1">
                <a:off x="2254396" y="7969895"/>
                <a:ext cx="670698" cy="254202"/>
              </a:xfrm>
              <a:prstGeom prst="roundRect">
                <a:avLst>
                  <a:gd name="adj" fmla="val 17192"/>
                </a:avLst>
              </a:prstGeom>
              <a:solidFill>
                <a:srgbClr val="B4C7E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9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合作租用</a:t>
                </a:r>
                <a:endParaRPr lang="zh-CN" altLang="en-US" sz="90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72" name="肘形连接符 71"/>
              <p:cNvCxnSpPr>
                <a:stCxn id="118" idx="3"/>
                <a:endCxn id="59" idx="3"/>
              </p:cNvCxnSpPr>
              <p:nvPr/>
            </p:nvCxnSpPr>
            <p:spPr>
              <a:xfrm flipV="1">
                <a:off x="1830506" y="6356091"/>
                <a:ext cx="423890" cy="1019414"/>
              </a:xfrm>
              <a:prstGeom prst="bentConnector3">
                <a:avLst>
                  <a:gd name="adj1" fmla="val 50000"/>
                </a:avLst>
              </a:prstGeom>
              <a:ln>
                <a:solidFill>
                  <a:schemeClr val="tx1"/>
                </a:solidFill>
                <a:headEnd w="med" len="lg"/>
                <a:tailEnd type="triangl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肘形连接符 73"/>
              <p:cNvCxnSpPr>
                <a:stCxn id="118" idx="3"/>
                <a:endCxn id="71" idx="3"/>
              </p:cNvCxnSpPr>
              <p:nvPr/>
            </p:nvCxnSpPr>
            <p:spPr>
              <a:xfrm>
                <a:off x="1830507" y="7375505"/>
                <a:ext cx="423889" cy="721491"/>
              </a:xfrm>
              <a:prstGeom prst="bentConnector3">
                <a:avLst>
                  <a:gd name="adj1" fmla="val 50000"/>
                </a:avLst>
              </a:prstGeom>
              <a:ln>
                <a:solidFill>
                  <a:schemeClr val="tx1"/>
                </a:solidFill>
                <a:headEnd w="med" len="lg"/>
                <a:tailEnd type="triangl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0" name="圆角矩形 39"/>
              <p:cNvSpPr/>
              <p:nvPr/>
            </p:nvSpPr>
            <p:spPr>
              <a:xfrm flipH="1">
                <a:off x="3290728" y="7971097"/>
                <a:ext cx="1015721" cy="254202"/>
              </a:xfrm>
              <a:prstGeom prst="roundRect">
                <a:avLst>
                  <a:gd name="adj" fmla="val 17192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013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rPr>
                  <a:t>学员扫码共享</a:t>
                </a:r>
              </a:p>
            </p:txBody>
          </p:sp>
          <p:cxnSp>
            <p:nvCxnSpPr>
              <p:cNvPr id="43" name="直接箭头连接符 42"/>
              <p:cNvCxnSpPr>
                <a:stCxn id="71" idx="1"/>
                <a:endCxn id="40" idx="3"/>
              </p:cNvCxnSpPr>
              <p:nvPr/>
            </p:nvCxnSpPr>
            <p:spPr>
              <a:xfrm>
                <a:off x="2925094" y="8096996"/>
                <a:ext cx="365634" cy="1202"/>
              </a:xfrm>
              <a:prstGeom prst="straightConnector1">
                <a:avLst/>
              </a:prstGeom>
              <a:ln>
                <a:tailEnd type="triangle" w="sm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7" name="肘形连接符 56"/>
              <p:cNvCxnSpPr>
                <a:stCxn id="126" idx="0"/>
                <a:endCxn id="54" idx="1"/>
              </p:cNvCxnSpPr>
              <p:nvPr/>
            </p:nvCxnSpPr>
            <p:spPr>
              <a:xfrm rot="5400000" flipH="1" flipV="1">
                <a:off x="1627764" y="4311077"/>
                <a:ext cx="418232" cy="1304337"/>
              </a:xfrm>
              <a:prstGeom prst="bentConnector2">
                <a:avLst/>
              </a:prstGeom>
              <a:ln>
                <a:solidFill>
                  <a:schemeClr val="tx1"/>
                </a:solidFill>
                <a:headEnd w="med" len="lg"/>
                <a:tailEnd type="triangl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直接箭头连接符 72"/>
              <p:cNvCxnSpPr>
                <a:stCxn id="58" idx="0"/>
                <a:endCxn id="131" idx="2"/>
              </p:cNvCxnSpPr>
              <p:nvPr/>
            </p:nvCxnSpPr>
            <p:spPr>
              <a:xfrm flipV="1">
                <a:off x="5374124" y="5714164"/>
                <a:ext cx="909" cy="787514"/>
              </a:xfrm>
              <a:prstGeom prst="straightConnector1">
                <a:avLst/>
              </a:prstGeom>
              <a:ln>
                <a:tailEnd type="triangle" w="med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87" name="组合 86"/>
              <p:cNvGrpSpPr/>
              <p:nvPr/>
            </p:nvGrpSpPr>
            <p:grpSpPr>
              <a:xfrm>
                <a:off x="4885334" y="6501678"/>
                <a:ext cx="977579" cy="841773"/>
                <a:chOff x="4989659" y="6501678"/>
                <a:chExt cx="977579" cy="841773"/>
              </a:xfrm>
            </p:grpSpPr>
            <p:sp>
              <p:nvSpPr>
                <p:cNvPr id="58" name="圆角矩形 57"/>
                <p:cNvSpPr/>
                <p:nvPr/>
              </p:nvSpPr>
              <p:spPr>
                <a:xfrm>
                  <a:off x="4989659" y="6501678"/>
                  <a:ext cx="977579" cy="841773"/>
                </a:xfrm>
                <a:prstGeom prst="roundRect">
                  <a:avLst>
                    <a:gd name="adj" fmla="val 9777"/>
                  </a:avLst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solidFill>
                    <a:schemeClr val="accent1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013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endParaRPr>
                </a:p>
              </p:txBody>
            </p:sp>
            <p:graphicFrame>
              <p:nvGraphicFramePr>
                <p:cNvPr id="32" name="对象 31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952917992"/>
                    </p:ext>
                  </p:extLst>
                </p:nvPr>
              </p:nvGraphicFramePr>
              <p:xfrm>
                <a:off x="5050144" y="6758275"/>
                <a:ext cx="811478" cy="524229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047" name="Equation" r:id="rId9" imgW="1028520" imgH="660240" progId="Equation.DSMT4">
                        <p:embed/>
                      </p:oleObj>
                    </mc:Choice>
                    <mc:Fallback>
                      <p:oleObj name="Equation" r:id="rId9" imgW="1028520" imgH="660240" progId="Equation.DSMT4">
                        <p:embed/>
                        <p:pic>
                          <p:nvPicPr>
                            <p:cNvPr id="0" name="Object 1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0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5050144" y="6758275"/>
                              <a:ext cx="811478" cy="524229"/>
                            </a:xfrm>
                            <a:prstGeom prst="rect">
                              <a:avLst/>
                            </a:prstGeom>
                            <a:noFill/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45" name="文本框 44"/>
                <p:cNvSpPr txBox="1"/>
                <p:nvPr/>
              </p:nvSpPr>
              <p:spPr>
                <a:xfrm>
                  <a:off x="5126428" y="6524227"/>
                  <a:ext cx="704039" cy="24820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zh-CN" altLang="en-US" sz="1000">
                      <a:latin typeface="Arial" panose="020B0604020202020204" pitchFamily="34" charset="0"/>
                      <a:ea typeface="微软雅黑" panose="020B0503020204020204" pitchFamily="34" charset="-122"/>
                    </a:rPr>
                    <a:t>定价策略</a:t>
                  </a:r>
                </a:p>
              </p:txBody>
            </p:sp>
          </p:grpSp>
          <p:cxnSp>
            <p:nvCxnSpPr>
              <p:cNvPr id="101" name="直接箭头连接符 100"/>
              <p:cNvCxnSpPr>
                <a:stCxn id="58" idx="3"/>
                <a:endCxn id="1029" idx="1"/>
              </p:cNvCxnSpPr>
              <p:nvPr/>
            </p:nvCxnSpPr>
            <p:spPr>
              <a:xfrm flipV="1">
                <a:off x="5862913" y="6922564"/>
                <a:ext cx="323098" cy="1"/>
              </a:xfrm>
              <a:prstGeom prst="straightConnector1">
                <a:avLst/>
              </a:prstGeom>
              <a:ln>
                <a:prstDash val="lgDash"/>
                <a:tailEnd type="triangle" w="med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pic>
            <p:nvPicPr>
              <p:cNvPr id="1029" name="图片 1"/>
              <p:cNvPicPr>
                <a:picLocks noChangeAspect="1" noChangeArrowheads="1"/>
              </p:cNvPicPr>
              <p:nvPr/>
            </p:nvPicPr>
            <p:blipFill>
              <a:blip r:embed="rId1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186011" y="6166873"/>
                <a:ext cx="940415" cy="151138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grpSp>
            <p:nvGrpSpPr>
              <p:cNvPr id="151" name="组合 150"/>
              <p:cNvGrpSpPr/>
              <p:nvPr/>
            </p:nvGrpSpPr>
            <p:grpSpPr>
              <a:xfrm>
                <a:off x="2489049" y="4446365"/>
                <a:ext cx="2079884" cy="615527"/>
                <a:chOff x="2371696" y="4487390"/>
                <a:chExt cx="2079884" cy="615527"/>
              </a:xfrm>
            </p:grpSpPr>
            <p:grpSp>
              <p:nvGrpSpPr>
                <p:cNvPr id="148" name="组合 147"/>
                <p:cNvGrpSpPr/>
                <p:nvPr/>
              </p:nvGrpSpPr>
              <p:grpSpPr>
                <a:xfrm>
                  <a:off x="2371696" y="4487390"/>
                  <a:ext cx="2079884" cy="615527"/>
                  <a:chOff x="2371696" y="4487390"/>
                  <a:chExt cx="2079884" cy="615527"/>
                </a:xfrm>
              </p:grpSpPr>
              <p:grpSp>
                <p:nvGrpSpPr>
                  <p:cNvPr id="12" name="组合 11"/>
                  <p:cNvGrpSpPr/>
                  <p:nvPr/>
                </p:nvGrpSpPr>
                <p:grpSpPr>
                  <a:xfrm>
                    <a:off x="2371696" y="4487390"/>
                    <a:ext cx="2079884" cy="615527"/>
                    <a:chOff x="3654720" y="0"/>
                    <a:chExt cx="3697570" cy="1094270"/>
                  </a:xfrm>
                </p:grpSpPr>
                <p:sp>
                  <p:nvSpPr>
                    <p:cNvPr id="54" name="圆角矩形 53"/>
                    <p:cNvSpPr/>
                    <p:nvPr/>
                  </p:nvSpPr>
                  <p:spPr>
                    <a:xfrm>
                      <a:off x="3654720" y="0"/>
                      <a:ext cx="3697570" cy="1094270"/>
                    </a:xfrm>
                    <a:prstGeom prst="roundRect">
                      <a:avLst>
                        <a:gd name="adj" fmla="val 6195"/>
                      </a:avLst>
                    </a:prstGeom>
                    <a:solidFill>
                      <a:schemeClr val="accent3">
                        <a:lumMod val="40000"/>
                        <a:lumOff val="60000"/>
                      </a:schemeClr>
                    </a:solidFill>
                    <a:ln w="952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 sz="1013"/>
                    </a:p>
                  </p:txBody>
                </p:sp>
                <p:sp>
                  <p:nvSpPr>
                    <p:cNvPr id="48" name="圆角矩形 47"/>
                    <p:cNvSpPr/>
                    <p:nvPr/>
                  </p:nvSpPr>
                  <p:spPr>
                    <a:xfrm flipH="1">
                      <a:off x="3783881" y="100149"/>
                      <a:ext cx="1077831" cy="385171"/>
                    </a:xfrm>
                    <a:prstGeom prst="roundRect">
                      <a:avLst>
                        <a:gd name="adj" fmla="val 17192"/>
                      </a:avLst>
                    </a:prstGeom>
                    <a:solidFill>
                      <a:schemeClr val="accent3">
                        <a:lumMod val="20000"/>
                        <a:lumOff val="80000"/>
                      </a:schemeClr>
                    </a:solidFill>
                    <a:ln w="63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zh-CN" altLang="en-US" sz="75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扫码服务</a:t>
                      </a:r>
                    </a:p>
                  </p:txBody>
                </p:sp>
                <p:sp>
                  <p:nvSpPr>
                    <p:cNvPr id="52" name="圆角矩形 51"/>
                    <p:cNvSpPr/>
                    <p:nvPr/>
                  </p:nvSpPr>
                  <p:spPr>
                    <a:xfrm flipH="1">
                      <a:off x="4978374" y="600107"/>
                      <a:ext cx="1077831" cy="385171"/>
                    </a:xfrm>
                    <a:prstGeom prst="roundRect">
                      <a:avLst>
                        <a:gd name="adj" fmla="val 17192"/>
                      </a:avLst>
                    </a:prstGeom>
                    <a:solidFill>
                      <a:schemeClr val="accent3">
                        <a:lumMod val="20000"/>
                        <a:lumOff val="80000"/>
                      </a:schemeClr>
                    </a:solidFill>
                    <a:ln w="63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zh-CN" altLang="en-US" sz="75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定制服务</a:t>
                      </a:r>
                    </a:p>
                  </p:txBody>
                </p:sp>
                <p:sp>
                  <p:nvSpPr>
                    <p:cNvPr id="53" name="圆角矩形 52"/>
                    <p:cNvSpPr/>
                    <p:nvPr/>
                  </p:nvSpPr>
                  <p:spPr>
                    <a:xfrm flipH="1">
                      <a:off x="4990872" y="100149"/>
                      <a:ext cx="1077831" cy="385171"/>
                    </a:xfrm>
                    <a:prstGeom prst="roundRect">
                      <a:avLst>
                        <a:gd name="adj" fmla="val 17192"/>
                      </a:avLst>
                    </a:prstGeom>
                    <a:solidFill>
                      <a:schemeClr val="accent3">
                        <a:lumMod val="20000"/>
                        <a:lumOff val="80000"/>
                      </a:schemeClr>
                    </a:solidFill>
                    <a:ln w="63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zh-CN" altLang="en-US" sz="75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社区交流</a:t>
                      </a:r>
                    </a:p>
                  </p:txBody>
                </p:sp>
              </p:grpSp>
              <p:sp>
                <p:nvSpPr>
                  <p:cNvPr id="141" name="圆角矩形 140"/>
                  <p:cNvSpPr/>
                  <p:nvPr/>
                </p:nvSpPr>
                <p:spPr>
                  <a:xfrm flipH="1">
                    <a:off x="2448588" y="4820489"/>
                    <a:ext cx="606280" cy="216659"/>
                  </a:xfrm>
                  <a:prstGeom prst="roundRect">
                    <a:avLst>
                      <a:gd name="adj" fmla="val 17192"/>
                    </a:avLst>
                  </a:prstGeom>
                  <a:solidFill>
                    <a:schemeClr val="accent3">
                      <a:lumMod val="20000"/>
                      <a:lumOff val="80000"/>
                    </a:schemeClr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zh-CN" altLang="en-US" sz="75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rPr>
                      <a:t>售后服务</a:t>
                    </a:r>
                  </a:p>
                </p:txBody>
              </p:sp>
            </p:grpSp>
            <p:sp>
              <p:nvSpPr>
                <p:cNvPr id="117" name="圆角矩形 116"/>
                <p:cNvSpPr/>
                <p:nvPr/>
              </p:nvSpPr>
              <p:spPr>
                <a:xfrm flipH="1">
                  <a:off x="3802215" y="4542082"/>
                  <a:ext cx="606280" cy="216659"/>
                </a:xfrm>
                <a:prstGeom prst="roundRect">
                  <a:avLst>
                    <a:gd name="adj" fmla="val 17192"/>
                  </a:avLst>
                </a:prstGeom>
                <a:solidFill>
                  <a:schemeClr val="accent3">
                    <a:lumMod val="20000"/>
                    <a:lumOff val="80000"/>
                  </a:schemeClr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sz="750" smtClean="0">
                      <a:solidFill>
                        <a:schemeClr val="tx1"/>
                      </a:solidFill>
                      <a:latin typeface="Arial" panose="020B0604020202020204" pitchFamily="34" charset="0"/>
                      <a:ea typeface="微软雅黑" panose="020B0503020204020204" pitchFamily="34" charset="-122"/>
                    </a:rPr>
                    <a:t>课程指导</a:t>
                  </a:r>
                  <a:endParaRPr lang="zh-CN" altLang="en-US" sz="75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136" name="文本框 135"/>
              <p:cNvSpPr txBox="1"/>
              <p:nvPr/>
            </p:nvSpPr>
            <p:spPr>
              <a:xfrm>
                <a:off x="2513544" y="5381031"/>
                <a:ext cx="589219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800" smtClean="0">
                    <a:latin typeface="Arial" panose="020B0604020202020204" pitchFamily="34" charset="0"/>
                    <a:ea typeface="微软雅黑" panose="020B0503020204020204" pitchFamily="34" charset="-122"/>
                  </a:rPr>
                  <a:t>客户</a:t>
                </a:r>
                <a:r>
                  <a:rPr lang="en-US" altLang="zh-CN" sz="800" smtClean="0">
                    <a:latin typeface="Arial" panose="020B0604020202020204" pitchFamily="34" charset="0"/>
                    <a:ea typeface="微软雅黑" panose="020B0503020204020204" pitchFamily="34" charset="-122"/>
                  </a:rPr>
                  <a:t>1</a:t>
                </a:r>
                <a:endParaRPr lang="zh-CN" altLang="en-US" sz="800"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8" name="文本框 137"/>
              <p:cNvSpPr txBox="1"/>
              <p:nvPr/>
            </p:nvSpPr>
            <p:spPr>
              <a:xfrm>
                <a:off x="2606194" y="6168875"/>
                <a:ext cx="589219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800" smtClean="0">
                    <a:latin typeface="Arial" panose="020B0604020202020204" pitchFamily="34" charset="0"/>
                    <a:ea typeface="微软雅黑" panose="020B0503020204020204" pitchFamily="34" charset="-122"/>
                  </a:rPr>
                  <a:t>客户</a:t>
                </a:r>
                <a:r>
                  <a:rPr lang="en-US" altLang="zh-CN" sz="800" smtClean="0">
                    <a:latin typeface="Arial" panose="020B0604020202020204" pitchFamily="34" charset="0"/>
                    <a:ea typeface="微软雅黑" panose="020B0503020204020204" pitchFamily="34" charset="-122"/>
                  </a:rPr>
                  <a:t>2</a:t>
                </a:r>
                <a:endParaRPr lang="zh-CN" altLang="en-US" sz="800"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9" name="文本框 138"/>
              <p:cNvSpPr txBox="1"/>
              <p:nvPr/>
            </p:nvSpPr>
            <p:spPr>
              <a:xfrm>
                <a:off x="2499271" y="7055271"/>
                <a:ext cx="589219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800" smtClean="0">
                    <a:latin typeface="Arial" panose="020B0604020202020204" pitchFamily="34" charset="0"/>
                    <a:ea typeface="微软雅黑" panose="020B0503020204020204" pitchFamily="34" charset="-122"/>
                  </a:rPr>
                  <a:t>客户</a:t>
                </a:r>
                <a:r>
                  <a:rPr lang="en-US" altLang="zh-CN" sz="800" smtClean="0">
                    <a:latin typeface="Arial" panose="020B0604020202020204" pitchFamily="34" charset="0"/>
                    <a:ea typeface="微软雅黑" panose="020B0503020204020204" pitchFamily="34" charset="-122"/>
                  </a:rPr>
                  <a:t>3</a:t>
                </a:r>
                <a:endParaRPr lang="zh-CN" altLang="en-US" sz="800"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</p:txBody>
          </p:sp>
        </p:grpSp>
        <p:cxnSp>
          <p:nvCxnSpPr>
            <p:cNvPr id="165" name="肘形连接符 164"/>
            <p:cNvCxnSpPr>
              <a:stCxn id="131" idx="3"/>
              <a:endCxn id="177" idx="0"/>
            </p:cNvCxnSpPr>
            <p:nvPr/>
          </p:nvCxnSpPr>
          <p:spPr>
            <a:xfrm flipH="1">
              <a:off x="766443" y="5780870"/>
              <a:ext cx="5685798" cy="786366"/>
            </a:xfrm>
            <a:prstGeom prst="bentConnector4">
              <a:avLst>
                <a:gd name="adj1" fmla="val -4021"/>
                <a:gd name="adj2" fmla="val -159285"/>
              </a:avLst>
            </a:prstGeom>
            <a:ln>
              <a:solidFill>
                <a:schemeClr val="tx1"/>
              </a:solidFill>
              <a:headEnd w="med" len="lg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7" name="圆角矩形 176"/>
            <p:cNvSpPr/>
            <p:nvPr/>
          </p:nvSpPr>
          <p:spPr>
            <a:xfrm flipH="1">
              <a:off x="491842" y="6567236"/>
              <a:ext cx="549202" cy="396795"/>
            </a:xfrm>
            <a:prstGeom prst="roundRect">
              <a:avLst>
                <a:gd name="adj" fmla="val 17192"/>
              </a:avLst>
            </a:prstGeom>
            <a:solidFill>
              <a:srgbClr val="FFFF00">
                <a:alpha val="50000"/>
              </a:srgbClr>
            </a:soli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13" smtClean="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研发</a:t>
              </a:r>
              <a:r>
                <a:rPr lang="en-US" altLang="zh-CN" sz="1013" smtClean="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/</a:t>
              </a:r>
              <a:r>
                <a:rPr lang="zh-CN" altLang="en-US" sz="1013" smtClean="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升级</a:t>
              </a:r>
              <a:endParaRPr lang="zh-CN" altLang="en-US" sz="1013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cxnSp>
          <p:nvCxnSpPr>
            <p:cNvPr id="180" name="肘形连接符 179"/>
            <p:cNvCxnSpPr>
              <a:stCxn id="177" idx="1"/>
              <a:endCxn id="126" idx="2"/>
            </p:cNvCxnSpPr>
            <p:nvPr/>
          </p:nvCxnSpPr>
          <p:spPr>
            <a:xfrm flipV="1">
              <a:off x="1041044" y="6535964"/>
              <a:ext cx="838612" cy="229670"/>
            </a:xfrm>
            <a:prstGeom prst="bentConnector2">
              <a:avLst/>
            </a:prstGeom>
            <a:ln>
              <a:solidFill>
                <a:schemeClr val="tx1"/>
              </a:solidFill>
              <a:headEnd w="med" len="lg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肘形连接符 182"/>
            <p:cNvCxnSpPr>
              <a:stCxn id="177" idx="1"/>
              <a:endCxn id="118" idx="0"/>
            </p:cNvCxnSpPr>
            <p:nvPr/>
          </p:nvCxnSpPr>
          <p:spPr>
            <a:xfrm>
              <a:off x="1041044" y="6765634"/>
              <a:ext cx="838612" cy="228840"/>
            </a:xfrm>
            <a:prstGeom prst="bentConnector2">
              <a:avLst/>
            </a:prstGeom>
            <a:ln>
              <a:solidFill>
                <a:schemeClr val="tx1"/>
              </a:solidFill>
              <a:headEnd w="med" len="lg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57317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组合 61"/>
          <p:cNvGrpSpPr>
            <a:grpSpLocks noChangeAspect="1"/>
          </p:cNvGrpSpPr>
          <p:nvPr/>
        </p:nvGrpSpPr>
        <p:grpSpPr>
          <a:xfrm>
            <a:off x="1166791" y="8528419"/>
            <a:ext cx="3990279" cy="1870584"/>
            <a:chOff x="1411107" y="763952"/>
            <a:chExt cx="7948150" cy="3725972"/>
          </a:xfrm>
        </p:grpSpPr>
        <p:grpSp>
          <p:nvGrpSpPr>
            <p:cNvPr id="16" name="组合 15"/>
            <p:cNvGrpSpPr/>
            <p:nvPr/>
          </p:nvGrpSpPr>
          <p:grpSpPr>
            <a:xfrm>
              <a:off x="7775820" y="1473955"/>
              <a:ext cx="1583437" cy="2064371"/>
              <a:chOff x="1676598" y="1202635"/>
              <a:chExt cx="1797816" cy="2402301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pic>
            <p:nvPicPr>
              <p:cNvPr id="3" name="图片 2"/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rightnessContrast contrast="1000"/>
                        </a14:imgEffect>
                      </a14:imgLayer>
                    </a14:imgProps>
                  </a:ext>
                </a:extLst>
              </a:blip>
              <a:srcRect t="821"/>
              <a:stretch/>
            </p:blipFill>
            <p:spPr>
              <a:xfrm>
                <a:off x="1676598" y="1202635"/>
                <a:ext cx="1797816" cy="2402301"/>
              </a:xfrm>
              <a:prstGeom prst="rect">
                <a:avLst/>
              </a:prstGeom>
              <a:ln>
                <a:noFill/>
              </a:ln>
            </p:spPr>
          </p:pic>
          <p:sp>
            <p:nvSpPr>
              <p:cNvPr id="14" name="矩形 13"/>
              <p:cNvSpPr/>
              <p:nvPr/>
            </p:nvSpPr>
            <p:spPr>
              <a:xfrm>
                <a:off x="3220279" y="1202635"/>
                <a:ext cx="254135" cy="88458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13"/>
              </a:p>
            </p:txBody>
          </p:sp>
          <p:sp>
            <p:nvSpPr>
              <p:cNvPr id="15" name="矩形 14"/>
              <p:cNvSpPr/>
              <p:nvPr/>
            </p:nvSpPr>
            <p:spPr>
              <a:xfrm>
                <a:off x="3389242" y="3200400"/>
                <a:ext cx="85172" cy="40453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13"/>
              </a:p>
            </p:txBody>
          </p:sp>
        </p:grpSp>
        <p:grpSp>
          <p:nvGrpSpPr>
            <p:cNvPr id="60" name="组合 59"/>
            <p:cNvGrpSpPr/>
            <p:nvPr/>
          </p:nvGrpSpPr>
          <p:grpSpPr>
            <a:xfrm>
              <a:off x="1411107" y="763952"/>
              <a:ext cx="5879005" cy="3725972"/>
              <a:chOff x="1411107" y="763952"/>
              <a:chExt cx="5879005" cy="3725972"/>
            </a:xfrm>
          </p:grpSpPr>
          <p:sp>
            <p:nvSpPr>
              <p:cNvPr id="7" name="圆角矩形 6"/>
              <p:cNvSpPr/>
              <p:nvPr/>
            </p:nvSpPr>
            <p:spPr>
              <a:xfrm>
                <a:off x="5406886" y="1291674"/>
                <a:ext cx="1321905" cy="463655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900"/>
                  <a:t>自学</a:t>
                </a:r>
              </a:p>
            </p:txBody>
          </p:sp>
          <p:sp>
            <p:nvSpPr>
              <p:cNvPr id="17" name="圆角矩形 16"/>
              <p:cNvSpPr/>
              <p:nvPr/>
            </p:nvSpPr>
            <p:spPr>
              <a:xfrm>
                <a:off x="5400598" y="3363820"/>
                <a:ext cx="1321905" cy="456342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900"/>
                  <a:t>教练指导</a:t>
                </a:r>
              </a:p>
            </p:txBody>
          </p:sp>
          <p:grpSp>
            <p:nvGrpSpPr>
              <p:cNvPr id="32" name="组合 31"/>
              <p:cNvGrpSpPr/>
              <p:nvPr/>
            </p:nvGrpSpPr>
            <p:grpSpPr>
              <a:xfrm>
                <a:off x="1411107" y="763952"/>
                <a:ext cx="2751582" cy="3725972"/>
                <a:chOff x="3331169" y="811476"/>
                <a:chExt cx="2751582" cy="3725972"/>
              </a:xfrm>
            </p:grpSpPr>
            <p:pic>
              <p:nvPicPr>
                <p:cNvPr id="23" name="图片 22"/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331169" y="811476"/>
                  <a:ext cx="2751582" cy="1693185"/>
                </a:xfrm>
                <a:prstGeom prst="rect">
                  <a:avLst/>
                </a:prstGeom>
              </p:spPr>
            </p:pic>
            <p:sp>
              <p:nvSpPr>
                <p:cNvPr id="12" name="TextBox 5"/>
                <p:cNvSpPr txBox="1"/>
                <p:nvPr/>
              </p:nvSpPr>
              <p:spPr>
                <a:xfrm>
                  <a:off x="4210830" y="811476"/>
                  <a:ext cx="852528" cy="46579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>
                    <a:lnSpc>
                      <a:spcPct val="150000"/>
                    </a:lnSpc>
                  </a:pPr>
                  <a:r>
                    <a:rPr lang="zh-CN" altLang="en-US" sz="1013" b="1">
                      <a:solidFill>
                        <a:schemeClr val="bg1"/>
                      </a:solidFill>
                      <a:latin typeface="Arial" panose="020B0604020202020204" pitchFamily="34" charset="0"/>
                      <a:ea typeface="微软雅黑" panose="020B0503020204020204" pitchFamily="34" charset="-122"/>
                      <a:sym typeface="Arial" panose="020B0604020202020204" pitchFamily="34" charset="0"/>
                    </a:rPr>
                    <a:t>俱乐部</a:t>
                  </a:r>
                  <a:r>
                    <a:rPr lang="en-US" altLang="zh-CN"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微软雅黑" panose="020B0503020204020204" pitchFamily="34" charset="-122"/>
                      <a:sym typeface="Arial" panose="020B0604020202020204" pitchFamily="34" charset="0"/>
                    </a:rPr>
                    <a:t>)</a:t>
                  </a:r>
                </a:p>
              </p:txBody>
            </p:sp>
            <p:pic>
              <p:nvPicPr>
                <p:cNvPr id="9" name="图片 8"/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331169" y="2844263"/>
                  <a:ext cx="2751582" cy="1693185"/>
                </a:xfrm>
                <a:prstGeom prst="rect">
                  <a:avLst/>
                </a:prstGeom>
              </p:spPr>
            </p:pic>
            <p:sp>
              <p:nvSpPr>
                <p:cNvPr id="24" name="TextBox 5"/>
                <p:cNvSpPr txBox="1"/>
                <p:nvPr/>
              </p:nvSpPr>
              <p:spPr>
                <a:xfrm>
                  <a:off x="4364719" y="2838001"/>
                  <a:ext cx="593896" cy="46579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>
                    <a:lnSpc>
                      <a:spcPct val="150000"/>
                    </a:lnSpc>
                  </a:pPr>
                  <a:r>
                    <a:rPr lang="zh-CN" altLang="en-US" sz="1013" b="1">
                      <a:solidFill>
                        <a:schemeClr val="bg1"/>
                      </a:solidFill>
                      <a:latin typeface="Arial" panose="020B0604020202020204" pitchFamily="34" charset="0"/>
                      <a:ea typeface="微软雅黑" panose="020B0503020204020204" pitchFamily="34" charset="-122"/>
                      <a:sym typeface="Arial" panose="020B0604020202020204" pitchFamily="34" charset="0"/>
                    </a:rPr>
                    <a:t>大学</a:t>
                  </a:r>
                  <a:r>
                    <a:rPr lang="en-US" altLang="zh-CN" sz="900">
                      <a:solidFill>
                        <a:schemeClr val="accent1"/>
                      </a:solidFill>
                      <a:latin typeface="Arial" panose="020B0604020202020204" pitchFamily="34" charset="0"/>
                      <a:ea typeface="微软雅黑" panose="020B0503020204020204" pitchFamily="34" charset="-122"/>
                      <a:sym typeface="Arial" panose="020B0604020202020204" pitchFamily="34" charset="0"/>
                    </a:rPr>
                    <a:t>)</a:t>
                  </a:r>
                </a:p>
              </p:txBody>
            </p:sp>
          </p:grpSp>
          <p:sp>
            <p:nvSpPr>
              <p:cNvPr id="53" name="右大括号 52"/>
              <p:cNvSpPr/>
              <p:nvPr/>
            </p:nvSpPr>
            <p:spPr>
              <a:xfrm>
                <a:off x="6932303" y="1519455"/>
                <a:ext cx="357809" cy="2095283"/>
              </a:xfrm>
              <a:prstGeom prst="rightBrace">
                <a:avLst>
                  <a:gd name="adj1" fmla="val 30172"/>
                  <a:gd name="adj2" fmla="val 50000"/>
                </a:avLst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sz="1013"/>
              </a:p>
            </p:txBody>
          </p:sp>
          <p:sp>
            <p:nvSpPr>
              <p:cNvPr id="54" name="右箭头 53"/>
              <p:cNvSpPr/>
              <p:nvPr/>
            </p:nvSpPr>
            <p:spPr>
              <a:xfrm>
                <a:off x="4336687" y="1373677"/>
                <a:ext cx="941731" cy="291556"/>
              </a:xfrm>
              <a:prstGeom prst="rightArrow">
                <a:avLst>
                  <a:gd name="adj1" fmla="val 50000"/>
                  <a:gd name="adj2" fmla="val 163355"/>
                </a:avLst>
              </a:prstGeom>
              <a:ln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sz="1013"/>
              </a:p>
            </p:txBody>
          </p:sp>
          <p:sp>
            <p:nvSpPr>
              <p:cNvPr id="57" name="圆角右箭头 56"/>
              <p:cNvSpPr/>
              <p:nvPr/>
            </p:nvSpPr>
            <p:spPr>
              <a:xfrm rot="5400000">
                <a:off x="4937630" y="1379663"/>
                <a:ext cx="1051070" cy="2252956"/>
              </a:xfrm>
              <a:prstGeom prst="bentArrow">
                <a:avLst>
                  <a:gd name="adj1" fmla="val 14789"/>
                  <a:gd name="adj2" fmla="val 15543"/>
                  <a:gd name="adj3" fmla="val 40130"/>
                  <a:gd name="adj4" fmla="val 39967"/>
                </a:avLst>
              </a:prstGeom>
              <a:ln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sz="1013">
                  <a:solidFill>
                    <a:schemeClr val="tx1"/>
                  </a:solidFill>
                </a:endParaRPr>
              </a:p>
            </p:txBody>
          </p:sp>
          <p:sp>
            <p:nvSpPr>
              <p:cNvPr id="58" name="圆角右箭头 57"/>
              <p:cNvSpPr/>
              <p:nvPr/>
            </p:nvSpPr>
            <p:spPr>
              <a:xfrm rot="16200000" flipV="1">
                <a:off x="4580686" y="1541485"/>
                <a:ext cx="1328782" cy="1865333"/>
              </a:xfrm>
              <a:prstGeom prst="bentArrow">
                <a:avLst>
                  <a:gd name="adj1" fmla="val 12692"/>
                  <a:gd name="adj2" fmla="val 12747"/>
                  <a:gd name="adj3" fmla="val 31902"/>
                  <a:gd name="adj4" fmla="val 30181"/>
                </a:avLst>
              </a:prstGeom>
              <a:solidFill>
                <a:schemeClr val="bg1"/>
              </a:solidFill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sz="1013">
                  <a:solidFill>
                    <a:schemeClr val="tx1"/>
                  </a:solidFill>
                </a:endParaRPr>
              </a:p>
            </p:txBody>
          </p:sp>
          <p:sp>
            <p:nvSpPr>
              <p:cNvPr id="59" name="右箭头 58"/>
              <p:cNvSpPr/>
              <p:nvPr/>
            </p:nvSpPr>
            <p:spPr>
              <a:xfrm>
                <a:off x="4328520" y="3447856"/>
                <a:ext cx="941731" cy="291556"/>
              </a:xfrm>
              <a:prstGeom prst="rightArrow">
                <a:avLst>
                  <a:gd name="adj1" fmla="val 50000"/>
                  <a:gd name="adj2" fmla="val 163355"/>
                </a:avLst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sz="1013"/>
              </a:p>
            </p:txBody>
          </p:sp>
        </p:grpSp>
      </p:grpSp>
      <p:grpSp>
        <p:nvGrpSpPr>
          <p:cNvPr id="20" name="组合 19"/>
          <p:cNvGrpSpPr/>
          <p:nvPr/>
        </p:nvGrpSpPr>
        <p:grpSpPr>
          <a:xfrm>
            <a:off x="1342481" y="4333361"/>
            <a:ext cx="2219714" cy="3304927"/>
            <a:chOff x="1342481" y="4333361"/>
            <a:chExt cx="2219714" cy="3304927"/>
          </a:xfrm>
        </p:grpSpPr>
        <p:sp>
          <p:nvSpPr>
            <p:cNvPr id="21" name="圆角矩形 20"/>
            <p:cNvSpPr/>
            <p:nvPr/>
          </p:nvSpPr>
          <p:spPr>
            <a:xfrm>
              <a:off x="1342481" y="4333361"/>
              <a:ext cx="1985318" cy="3304927"/>
            </a:xfrm>
            <a:prstGeom prst="roundRect">
              <a:avLst>
                <a:gd name="adj" fmla="val 8991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圆角矩形 21"/>
            <p:cNvSpPr/>
            <p:nvPr/>
          </p:nvSpPr>
          <p:spPr>
            <a:xfrm>
              <a:off x="1342481" y="4643858"/>
              <a:ext cx="992659" cy="292608"/>
            </a:xfrm>
            <a:prstGeom prst="roundRect">
              <a:avLst>
                <a:gd name="adj" fmla="val 0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50" smtClean="0">
                  <a:solidFill>
                    <a:schemeClr val="tx1"/>
                  </a:solidFill>
                </a:rPr>
                <a:t>连续天数：</a:t>
              </a:r>
              <a:r>
                <a:rPr lang="en-US" altLang="zh-CN" sz="1050" smtClean="0">
                  <a:solidFill>
                    <a:schemeClr val="tx1"/>
                  </a:solidFill>
                </a:rPr>
                <a:t>5</a:t>
              </a:r>
              <a:endParaRPr lang="zh-CN" altLang="en-US" sz="1050">
                <a:solidFill>
                  <a:schemeClr val="tx1"/>
                </a:solidFill>
              </a:endParaRPr>
            </a:p>
          </p:txBody>
        </p:sp>
        <p:sp>
          <p:nvSpPr>
            <p:cNvPr id="25" name="圆角矩形 24"/>
            <p:cNvSpPr/>
            <p:nvPr/>
          </p:nvSpPr>
          <p:spPr>
            <a:xfrm>
              <a:off x="2335140" y="4643858"/>
              <a:ext cx="992659" cy="292608"/>
            </a:xfrm>
            <a:prstGeom prst="roundRect">
              <a:avLst>
                <a:gd name="adj" fmla="val 0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50" smtClean="0">
                  <a:solidFill>
                    <a:schemeClr val="tx1"/>
                  </a:solidFill>
                </a:rPr>
                <a:t>使用次数：</a:t>
              </a:r>
              <a:r>
                <a:rPr lang="en-US" altLang="zh-CN" sz="1050" smtClean="0">
                  <a:solidFill>
                    <a:schemeClr val="tx1"/>
                  </a:solidFill>
                </a:rPr>
                <a:t>5</a:t>
              </a:r>
              <a:endParaRPr lang="zh-CN" altLang="en-US" sz="1050">
                <a:solidFill>
                  <a:schemeClr val="tx1"/>
                </a:solidFill>
              </a:endParaRPr>
            </a:p>
          </p:txBody>
        </p:sp>
        <p:pic>
          <p:nvPicPr>
            <p:cNvPr id="26" name="图片 25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398187" y="4388506"/>
              <a:ext cx="242025" cy="214326"/>
            </a:xfrm>
            <a:prstGeom prst="rect">
              <a:avLst/>
            </a:prstGeom>
          </p:spPr>
        </p:pic>
        <p:grpSp>
          <p:nvGrpSpPr>
            <p:cNvPr id="27" name="组合 26"/>
            <p:cNvGrpSpPr/>
            <p:nvPr/>
          </p:nvGrpSpPr>
          <p:grpSpPr>
            <a:xfrm>
              <a:off x="1798320" y="5128605"/>
              <a:ext cx="1033149" cy="1833026"/>
              <a:chOff x="1798320" y="5207853"/>
              <a:chExt cx="1033149" cy="1833026"/>
            </a:xfrm>
          </p:grpSpPr>
          <p:sp>
            <p:nvSpPr>
              <p:cNvPr id="42" name="椭圆 41"/>
              <p:cNvSpPr/>
              <p:nvPr/>
            </p:nvSpPr>
            <p:spPr>
              <a:xfrm>
                <a:off x="1945367" y="5207853"/>
                <a:ext cx="758426" cy="702053"/>
              </a:xfrm>
              <a:prstGeom prst="ellipse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smtClean="0"/>
                  <a:t>+60</a:t>
                </a:r>
                <a:endParaRPr lang="zh-CN" altLang="en-US" b="1"/>
              </a:p>
            </p:txBody>
          </p:sp>
          <p:sp>
            <p:nvSpPr>
              <p:cNvPr id="43" name="椭圆 42"/>
              <p:cNvSpPr/>
              <p:nvPr/>
            </p:nvSpPr>
            <p:spPr>
              <a:xfrm>
                <a:off x="1966486" y="5780595"/>
                <a:ext cx="737307" cy="694944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smtClean="0"/>
                  <a:t>-10</a:t>
                </a:r>
                <a:endParaRPr lang="zh-CN" altLang="en-US" b="1"/>
              </a:p>
            </p:txBody>
          </p:sp>
          <p:sp>
            <p:nvSpPr>
              <p:cNvPr id="44" name="椭圆 43"/>
              <p:cNvSpPr/>
              <p:nvPr/>
            </p:nvSpPr>
            <p:spPr>
              <a:xfrm>
                <a:off x="1966485" y="6331308"/>
                <a:ext cx="758427" cy="709571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smtClean="0"/>
                  <a:t>+50</a:t>
                </a:r>
                <a:endParaRPr lang="zh-CN" altLang="en-US" b="1"/>
              </a:p>
            </p:txBody>
          </p:sp>
          <p:cxnSp>
            <p:nvCxnSpPr>
              <p:cNvPr id="45" name="直接连接符 44"/>
              <p:cNvCxnSpPr/>
              <p:nvPr/>
            </p:nvCxnSpPr>
            <p:spPr>
              <a:xfrm>
                <a:off x="1798320" y="6403848"/>
                <a:ext cx="1033149" cy="5080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8" name="圆角矩形 27"/>
            <p:cNvSpPr/>
            <p:nvPr/>
          </p:nvSpPr>
          <p:spPr>
            <a:xfrm>
              <a:off x="1966485" y="7162126"/>
              <a:ext cx="788566" cy="292608"/>
            </a:xfrm>
            <a:prstGeom prst="roundRect">
              <a:avLst>
                <a:gd name="adj" fmla="val 20834"/>
              </a:avLst>
            </a:prstGeom>
            <a:solidFill>
              <a:srgbClr val="00B050">
                <a:alpha val="7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50" b="1" smtClean="0">
                  <a:solidFill>
                    <a:schemeClr val="bg1"/>
                  </a:solidFill>
                </a:rPr>
                <a:t>支付</a:t>
              </a:r>
              <a:endParaRPr lang="zh-CN" altLang="en-US" sz="1050" b="1">
                <a:solidFill>
                  <a:schemeClr val="bg1"/>
                </a:solidFill>
              </a:endParaRPr>
            </a:p>
          </p:txBody>
        </p:sp>
        <p:grpSp>
          <p:nvGrpSpPr>
            <p:cNvPr id="29" name="组合 28"/>
            <p:cNvGrpSpPr/>
            <p:nvPr/>
          </p:nvGrpSpPr>
          <p:grpSpPr>
            <a:xfrm>
              <a:off x="3093403" y="5216209"/>
              <a:ext cx="468792" cy="426720"/>
              <a:chOff x="3093403" y="5216209"/>
              <a:chExt cx="468792" cy="426720"/>
            </a:xfrm>
          </p:grpSpPr>
          <p:sp>
            <p:nvSpPr>
              <p:cNvPr id="40" name="弦形 39"/>
              <p:cNvSpPr/>
              <p:nvPr/>
            </p:nvSpPr>
            <p:spPr>
              <a:xfrm>
                <a:off x="3093403" y="5216209"/>
                <a:ext cx="468792" cy="426720"/>
              </a:xfrm>
              <a:prstGeom prst="chord">
                <a:avLst>
                  <a:gd name="adj1" fmla="val 5491082"/>
                  <a:gd name="adj2" fmla="val 16107955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" name="文本框 40"/>
              <p:cNvSpPr txBox="1"/>
              <p:nvPr/>
            </p:nvSpPr>
            <p:spPr>
              <a:xfrm>
                <a:off x="3093403" y="5260292"/>
                <a:ext cx="28725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800" b="1" smtClean="0">
                    <a:solidFill>
                      <a:schemeClr val="bg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定</a:t>
                </a:r>
                <a:endParaRPr lang="en-US" altLang="zh-CN" sz="800" b="1" smtClean="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r>
                  <a:rPr lang="zh-CN" altLang="en-US" sz="800" b="1" smtClean="0">
                    <a:solidFill>
                      <a:schemeClr val="bg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价</a:t>
                </a:r>
                <a:endParaRPr lang="zh-CN" altLang="en-US" sz="800" b="1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grpSp>
          <p:nvGrpSpPr>
            <p:cNvPr id="30" name="组合 29"/>
            <p:cNvGrpSpPr/>
            <p:nvPr/>
          </p:nvGrpSpPr>
          <p:grpSpPr>
            <a:xfrm>
              <a:off x="3093401" y="5826597"/>
              <a:ext cx="468792" cy="426720"/>
              <a:chOff x="3093403" y="5216209"/>
              <a:chExt cx="468792" cy="426720"/>
            </a:xfrm>
          </p:grpSpPr>
          <p:sp>
            <p:nvSpPr>
              <p:cNvPr id="38" name="弦形 37"/>
              <p:cNvSpPr/>
              <p:nvPr/>
            </p:nvSpPr>
            <p:spPr>
              <a:xfrm>
                <a:off x="3093403" y="5216209"/>
                <a:ext cx="468792" cy="426720"/>
              </a:xfrm>
              <a:prstGeom prst="chord">
                <a:avLst>
                  <a:gd name="adj1" fmla="val 5491082"/>
                  <a:gd name="adj2" fmla="val 16107955"/>
                </a:avLst>
              </a:prstGeom>
              <a:solidFill>
                <a:srgbClr val="9DC3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" name="文本框 38"/>
              <p:cNvSpPr txBox="1"/>
              <p:nvPr/>
            </p:nvSpPr>
            <p:spPr>
              <a:xfrm>
                <a:off x="3093403" y="5260292"/>
                <a:ext cx="28725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800" b="1" smtClean="0">
                    <a:solidFill>
                      <a:schemeClr val="bg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减</a:t>
                </a:r>
                <a:endParaRPr lang="en-US" altLang="zh-CN" sz="800" b="1" smtClean="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r>
                  <a:rPr lang="zh-CN" altLang="en-US" sz="800" b="1" smtClean="0">
                    <a:solidFill>
                      <a:schemeClr val="bg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免</a:t>
                </a:r>
                <a:endParaRPr lang="en-US" altLang="zh-CN" sz="800" b="1" smtClean="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grpSp>
          <p:nvGrpSpPr>
            <p:cNvPr id="31" name="组合 30"/>
            <p:cNvGrpSpPr/>
            <p:nvPr/>
          </p:nvGrpSpPr>
          <p:grpSpPr>
            <a:xfrm>
              <a:off x="3093401" y="6396291"/>
              <a:ext cx="468792" cy="426720"/>
              <a:chOff x="3093403" y="5216209"/>
              <a:chExt cx="468792" cy="426720"/>
            </a:xfrm>
          </p:grpSpPr>
          <p:sp>
            <p:nvSpPr>
              <p:cNvPr id="36" name="弦形 35"/>
              <p:cNvSpPr/>
              <p:nvPr/>
            </p:nvSpPr>
            <p:spPr>
              <a:xfrm>
                <a:off x="3093403" y="5216209"/>
                <a:ext cx="468792" cy="426720"/>
              </a:xfrm>
              <a:prstGeom prst="chord">
                <a:avLst>
                  <a:gd name="adj1" fmla="val 5491082"/>
                  <a:gd name="adj2" fmla="val 16107955"/>
                </a:avLst>
              </a:prstGeom>
              <a:solidFill>
                <a:srgbClr val="DEEBF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" name="文本框 36"/>
              <p:cNvSpPr txBox="1"/>
              <p:nvPr/>
            </p:nvSpPr>
            <p:spPr>
              <a:xfrm>
                <a:off x="3093403" y="5260292"/>
                <a:ext cx="28725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800" b="1" smtClean="0">
                    <a:solidFill>
                      <a:schemeClr val="bg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实</a:t>
                </a:r>
                <a:endParaRPr lang="en-US" altLang="zh-CN" sz="800" b="1" smtClean="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r>
                  <a:rPr lang="zh-CN" altLang="en-US" sz="800" b="1" smtClean="0">
                    <a:solidFill>
                      <a:schemeClr val="bg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付</a:t>
                </a:r>
                <a:endParaRPr lang="en-US" altLang="zh-CN" sz="800" b="1" smtClean="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grpSp>
          <p:nvGrpSpPr>
            <p:cNvPr id="33" name="组合 32"/>
            <p:cNvGrpSpPr/>
            <p:nvPr/>
          </p:nvGrpSpPr>
          <p:grpSpPr>
            <a:xfrm>
              <a:off x="1371056" y="4969749"/>
              <a:ext cx="272868" cy="275794"/>
              <a:chOff x="3865880" y="5933440"/>
              <a:chExt cx="272868" cy="275794"/>
            </a:xfrm>
          </p:grpSpPr>
          <p:sp>
            <p:nvSpPr>
              <p:cNvPr id="34" name="椭圆 33"/>
              <p:cNvSpPr/>
              <p:nvPr/>
            </p:nvSpPr>
            <p:spPr>
              <a:xfrm>
                <a:off x="3865880" y="5933440"/>
                <a:ext cx="272868" cy="275794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/>
              </a:p>
            </p:txBody>
          </p:sp>
          <p:sp>
            <p:nvSpPr>
              <p:cNvPr id="35" name="文本框 34"/>
              <p:cNvSpPr txBox="1"/>
              <p:nvPr/>
            </p:nvSpPr>
            <p:spPr>
              <a:xfrm>
                <a:off x="3870960" y="5953760"/>
                <a:ext cx="240166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900" b="1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？</a:t>
                </a:r>
                <a:endParaRPr lang="zh-CN" altLang="en-US" sz="900" b="1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384469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2578856" y="1644465"/>
            <a:ext cx="2700668" cy="2674110"/>
            <a:chOff x="3845512" y="1898374"/>
            <a:chExt cx="3687940" cy="3648070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45512" y="1898374"/>
              <a:ext cx="3687940" cy="3648070"/>
            </a:xfrm>
            <a:prstGeom prst="rect">
              <a:avLst/>
            </a:prstGeom>
          </p:spPr>
        </p:pic>
        <p:sp>
          <p:nvSpPr>
            <p:cNvPr id="7" name="矩形 6"/>
            <p:cNvSpPr/>
            <p:nvPr/>
          </p:nvSpPr>
          <p:spPr>
            <a:xfrm>
              <a:off x="4810539" y="2445026"/>
              <a:ext cx="695739" cy="36774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125" b="1">
                  <a:solidFill>
                    <a:schemeClr val="tx1"/>
                  </a:solidFill>
                </a:rPr>
                <a:t>收益</a:t>
              </a:r>
            </a:p>
          </p:txBody>
        </p:sp>
        <p:sp>
          <p:nvSpPr>
            <p:cNvPr id="8" name="矩形 7"/>
            <p:cNvSpPr/>
            <p:nvPr/>
          </p:nvSpPr>
          <p:spPr>
            <a:xfrm>
              <a:off x="4810539" y="4267200"/>
              <a:ext cx="695739" cy="36774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125" b="1">
                  <a:solidFill>
                    <a:schemeClr val="tx1"/>
                  </a:solidFill>
                </a:rPr>
                <a:t>痛点</a:t>
              </a:r>
            </a:p>
          </p:txBody>
        </p:sp>
        <p:sp>
          <p:nvSpPr>
            <p:cNvPr id="9" name="矩形 8"/>
            <p:cNvSpPr/>
            <p:nvPr/>
          </p:nvSpPr>
          <p:spPr>
            <a:xfrm>
              <a:off x="6430616" y="3101009"/>
              <a:ext cx="765314" cy="47376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13" b="1">
                  <a:solidFill>
                    <a:schemeClr val="tx1"/>
                  </a:solidFill>
                </a:rPr>
                <a:t>客户</a:t>
              </a:r>
              <a:endParaRPr lang="en-US" altLang="zh-CN" sz="1013" b="1">
                <a:solidFill>
                  <a:schemeClr val="tx1"/>
                </a:solidFill>
              </a:endParaRPr>
            </a:p>
            <a:p>
              <a:pPr algn="ctr"/>
              <a:r>
                <a:rPr lang="zh-CN" altLang="en-US" sz="1013" b="1">
                  <a:solidFill>
                    <a:schemeClr val="tx1"/>
                  </a:solidFill>
                </a:rPr>
                <a:t>工作</a:t>
              </a:r>
            </a:p>
          </p:txBody>
        </p:sp>
      </p:grpSp>
      <p:sp>
        <p:nvSpPr>
          <p:cNvPr id="10" name="矩形 9"/>
          <p:cNvSpPr/>
          <p:nvPr/>
        </p:nvSpPr>
        <p:spPr>
          <a:xfrm>
            <a:off x="5599117" y="1892175"/>
            <a:ext cx="1891787" cy="1968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t" anchorCtr="0">
            <a:noAutofit/>
          </a:bodyPr>
          <a:lstStyle/>
          <a:p>
            <a:pPr defTabSz="514350">
              <a:lnSpc>
                <a:spcPct val="120000"/>
              </a:lnSpc>
              <a:spcBef>
                <a:spcPct val="0"/>
              </a:spcBef>
            </a:pPr>
            <a:r>
              <a:rPr lang="zh-CN" altLang="en-US" sz="1125" b="1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学员：</a:t>
            </a:r>
            <a:endParaRPr lang="en-US" altLang="zh-CN" sz="1125" b="1">
              <a:solidFill>
                <a:schemeClr val="tx1">
                  <a:lumMod val="75000"/>
                  <a:lumOff val="2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+mn-ea"/>
              <a:sym typeface="+mn-lt"/>
            </a:endParaRPr>
          </a:p>
          <a:p>
            <a:pPr defTabSz="514350">
              <a:lnSpc>
                <a:spcPct val="120000"/>
              </a:lnSpc>
              <a:spcBef>
                <a:spcPct val="0"/>
              </a:spcBef>
            </a:pPr>
            <a:r>
              <a:rPr lang="en-US" altLang="zh-CN" sz="1125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1.</a:t>
            </a:r>
            <a:r>
              <a:rPr lang="zh-CN" altLang="en-US" sz="1125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练习网球</a:t>
            </a:r>
            <a:endParaRPr lang="en-US" altLang="zh-CN" sz="1125">
              <a:solidFill>
                <a:schemeClr val="tx1">
                  <a:lumMod val="75000"/>
                  <a:lumOff val="2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+mn-ea"/>
              <a:sym typeface="+mn-lt"/>
            </a:endParaRPr>
          </a:p>
          <a:p>
            <a:pPr defTabSz="514350">
              <a:lnSpc>
                <a:spcPct val="120000"/>
              </a:lnSpc>
              <a:spcBef>
                <a:spcPct val="0"/>
              </a:spcBef>
            </a:pPr>
            <a:r>
              <a:rPr lang="en-US" altLang="zh-CN" sz="1125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2.</a:t>
            </a:r>
            <a:r>
              <a:rPr lang="zh-CN" altLang="en-US" sz="1125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捡球</a:t>
            </a:r>
            <a:endParaRPr lang="en-US" altLang="zh-CN" sz="1125">
              <a:solidFill>
                <a:schemeClr val="tx1">
                  <a:lumMod val="75000"/>
                  <a:lumOff val="2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+mn-ea"/>
              <a:sym typeface="+mn-lt"/>
            </a:endParaRPr>
          </a:p>
          <a:p>
            <a:pPr defTabSz="514350">
              <a:lnSpc>
                <a:spcPct val="120000"/>
              </a:lnSpc>
              <a:spcBef>
                <a:spcPct val="0"/>
              </a:spcBef>
            </a:pPr>
            <a:r>
              <a:rPr lang="en-US" altLang="zh-CN" sz="1125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3.</a:t>
            </a:r>
            <a:r>
              <a:rPr lang="zh-CN" altLang="en-US" sz="1125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学习技术指导</a:t>
            </a:r>
            <a:endParaRPr lang="en-US" altLang="zh-CN" sz="1125">
              <a:solidFill>
                <a:schemeClr val="tx1">
                  <a:lumMod val="75000"/>
                  <a:lumOff val="2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+mn-ea"/>
              <a:sym typeface="+mn-lt"/>
            </a:endParaRPr>
          </a:p>
          <a:p>
            <a:pPr defTabSz="514350">
              <a:lnSpc>
                <a:spcPct val="120000"/>
              </a:lnSpc>
              <a:spcBef>
                <a:spcPct val="0"/>
              </a:spcBef>
            </a:pPr>
            <a:r>
              <a:rPr lang="en-US" altLang="zh-CN" sz="1125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4.</a:t>
            </a:r>
            <a:r>
              <a:rPr lang="zh-CN" altLang="en-US" sz="1125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时尚拍照或动作记录</a:t>
            </a:r>
            <a:endParaRPr lang="en-US" altLang="zh-CN" sz="1125">
              <a:solidFill>
                <a:schemeClr val="tx1">
                  <a:lumMod val="75000"/>
                  <a:lumOff val="2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+mn-ea"/>
              <a:sym typeface="+mn-lt"/>
            </a:endParaRPr>
          </a:p>
          <a:p>
            <a:pPr defTabSz="514350">
              <a:lnSpc>
                <a:spcPct val="120000"/>
              </a:lnSpc>
              <a:spcBef>
                <a:spcPct val="0"/>
              </a:spcBef>
            </a:pPr>
            <a:endParaRPr lang="en-US" altLang="zh-CN" sz="1125">
              <a:solidFill>
                <a:schemeClr val="tx1">
                  <a:lumMod val="75000"/>
                  <a:lumOff val="2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+mn-ea"/>
              <a:sym typeface="+mn-lt"/>
            </a:endParaRPr>
          </a:p>
          <a:p>
            <a:pPr defTabSz="514350">
              <a:lnSpc>
                <a:spcPct val="120000"/>
              </a:lnSpc>
              <a:spcBef>
                <a:spcPct val="0"/>
              </a:spcBef>
            </a:pPr>
            <a:r>
              <a:rPr lang="zh-CN" altLang="en-US" sz="1125" b="1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球场管理者：</a:t>
            </a:r>
            <a:endParaRPr lang="en-US" altLang="zh-CN" sz="1125" b="1">
              <a:solidFill>
                <a:schemeClr val="tx1">
                  <a:lumMod val="75000"/>
                  <a:lumOff val="2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+mn-ea"/>
              <a:sym typeface="+mn-lt"/>
            </a:endParaRPr>
          </a:p>
          <a:p>
            <a:pPr defTabSz="514350">
              <a:lnSpc>
                <a:spcPct val="120000"/>
              </a:lnSpc>
              <a:spcBef>
                <a:spcPct val="0"/>
              </a:spcBef>
            </a:pPr>
            <a:r>
              <a:rPr lang="en-US" altLang="zh-CN" sz="1125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1.</a:t>
            </a:r>
            <a:r>
              <a:rPr lang="zh-CN" altLang="en-US" sz="1125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露天扫水</a:t>
            </a:r>
            <a:endParaRPr lang="en-US" altLang="zh-CN" sz="1125">
              <a:solidFill>
                <a:schemeClr val="tx1">
                  <a:lumMod val="75000"/>
                  <a:lumOff val="2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+mn-ea"/>
              <a:sym typeface="+mn-lt"/>
            </a:endParaRPr>
          </a:p>
          <a:p>
            <a:pPr defTabSz="514350">
              <a:lnSpc>
                <a:spcPct val="120000"/>
              </a:lnSpc>
              <a:spcBef>
                <a:spcPct val="0"/>
              </a:spcBef>
            </a:pPr>
            <a:endParaRPr lang="zh-CN" altLang="en-US" sz="1125" dirty="0">
              <a:solidFill>
                <a:schemeClr val="tx1">
                  <a:lumMod val="75000"/>
                  <a:lumOff val="2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+mn-ea"/>
              <a:sym typeface="+mn-lt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7395954" y="2303923"/>
            <a:ext cx="189898" cy="1200274"/>
            <a:chOff x="11156791" y="2182809"/>
            <a:chExt cx="288000" cy="1820343"/>
          </a:xfrm>
        </p:grpSpPr>
        <p:cxnSp>
          <p:nvCxnSpPr>
            <p:cNvPr id="12" name="直接箭头连接符 11"/>
            <p:cNvCxnSpPr/>
            <p:nvPr/>
          </p:nvCxnSpPr>
          <p:spPr>
            <a:xfrm>
              <a:off x="11300791" y="2595667"/>
              <a:ext cx="0" cy="1229582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3" name="十字形 12"/>
            <p:cNvSpPr/>
            <p:nvPr/>
          </p:nvSpPr>
          <p:spPr>
            <a:xfrm>
              <a:off x="11156791" y="2182809"/>
              <a:ext cx="288000" cy="288000"/>
            </a:xfrm>
            <a:prstGeom prst="plus">
              <a:avLst>
                <a:gd name="adj" fmla="val 41892"/>
              </a:avLst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3"/>
            </a:p>
          </p:txBody>
        </p:sp>
        <p:sp>
          <p:nvSpPr>
            <p:cNvPr id="14" name="矩形 13"/>
            <p:cNvSpPr/>
            <p:nvPr/>
          </p:nvSpPr>
          <p:spPr>
            <a:xfrm>
              <a:off x="11156791" y="3931152"/>
              <a:ext cx="288000" cy="72000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3"/>
            </a:p>
          </p:txBody>
        </p:sp>
      </p:grpSp>
      <p:sp>
        <p:nvSpPr>
          <p:cNvPr id="15" name="矩形 14"/>
          <p:cNvSpPr/>
          <p:nvPr/>
        </p:nvSpPr>
        <p:spPr>
          <a:xfrm>
            <a:off x="1427087" y="3347183"/>
            <a:ext cx="1373072" cy="12960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t" anchorCtr="0">
            <a:noAutofit/>
          </a:bodyPr>
          <a:lstStyle/>
          <a:p>
            <a:pPr defTabSz="514350">
              <a:lnSpc>
                <a:spcPct val="120000"/>
              </a:lnSpc>
              <a:spcBef>
                <a:spcPct val="0"/>
              </a:spcBef>
            </a:pPr>
            <a:r>
              <a:rPr lang="zh-CN" altLang="en-US" sz="1125" b="1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痛点：</a:t>
            </a:r>
            <a:endParaRPr lang="en-US" altLang="zh-CN" sz="1125" b="1">
              <a:solidFill>
                <a:schemeClr val="tx1">
                  <a:lumMod val="75000"/>
                  <a:lumOff val="2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+mn-ea"/>
              <a:sym typeface="+mn-lt"/>
            </a:endParaRPr>
          </a:p>
          <a:p>
            <a:pPr defTabSz="514350">
              <a:lnSpc>
                <a:spcPct val="120000"/>
              </a:lnSpc>
              <a:spcBef>
                <a:spcPct val="0"/>
              </a:spcBef>
            </a:pPr>
            <a:r>
              <a:rPr lang="en-US" altLang="zh-CN" sz="1125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1.</a:t>
            </a:r>
            <a:r>
              <a:rPr lang="zh-CN" altLang="en-US" sz="1125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技术提升难</a:t>
            </a:r>
            <a:endParaRPr lang="en-US" altLang="zh-CN" sz="1125">
              <a:solidFill>
                <a:schemeClr val="tx1">
                  <a:lumMod val="75000"/>
                  <a:lumOff val="2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+mn-ea"/>
              <a:sym typeface="+mn-lt"/>
            </a:endParaRPr>
          </a:p>
          <a:p>
            <a:pPr defTabSz="514350">
              <a:lnSpc>
                <a:spcPct val="120000"/>
              </a:lnSpc>
              <a:spcBef>
                <a:spcPct val="0"/>
              </a:spcBef>
            </a:pPr>
            <a:r>
              <a:rPr lang="en-US" altLang="zh-CN" sz="1125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2.</a:t>
            </a:r>
            <a:r>
              <a:rPr lang="zh-CN" altLang="en-US" sz="1125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捡球累</a:t>
            </a:r>
            <a:endParaRPr lang="en-US" altLang="zh-CN" sz="1125">
              <a:solidFill>
                <a:schemeClr val="tx1">
                  <a:lumMod val="75000"/>
                  <a:lumOff val="2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+mn-ea"/>
              <a:sym typeface="+mn-lt"/>
            </a:endParaRPr>
          </a:p>
          <a:p>
            <a:pPr defTabSz="514350">
              <a:lnSpc>
                <a:spcPct val="120000"/>
              </a:lnSpc>
              <a:spcBef>
                <a:spcPct val="0"/>
              </a:spcBef>
            </a:pPr>
            <a:r>
              <a:rPr lang="en-US" altLang="zh-CN" sz="1125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3.</a:t>
            </a:r>
            <a:r>
              <a:rPr lang="zh-CN" altLang="en-US" sz="1125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教练费用高</a:t>
            </a:r>
            <a:endParaRPr lang="en-US" altLang="zh-CN" sz="1125">
              <a:solidFill>
                <a:schemeClr val="tx1">
                  <a:lumMod val="75000"/>
                  <a:lumOff val="2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+mn-ea"/>
              <a:sym typeface="+mn-lt"/>
            </a:endParaRPr>
          </a:p>
          <a:p>
            <a:pPr defTabSz="514350">
              <a:lnSpc>
                <a:spcPct val="120000"/>
              </a:lnSpc>
              <a:spcBef>
                <a:spcPct val="0"/>
              </a:spcBef>
            </a:pPr>
            <a:r>
              <a:rPr lang="en-US" altLang="zh-CN" sz="1125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4.</a:t>
            </a:r>
            <a:r>
              <a:rPr lang="zh-CN" altLang="en-US" sz="1125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使用器材贵</a:t>
            </a:r>
            <a:endParaRPr lang="en-US" altLang="zh-CN" sz="1125">
              <a:solidFill>
                <a:schemeClr val="tx1">
                  <a:lumMod val="75000"/>
                  <a:lumOff val="2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+mn-ea"/>
              <a:sym typeface="+mn-lt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239461" y="1234047"/>
            <a:ext cx="2314473" cy="14993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t" anchorCtr="0">
            <a:noAutofit/>
          </a:bodyPr>
          <a:lstStyle/>
          <a:p>
            <a:pPr defTabSz="514350">
              <a:lnSpc>
                <a:spcPct val="120000"/>
              </a:lnSpc>
              <a:spcBef>
                <a:spcPct val="0"/>
              </a:spcBef>
            </a:pPr>
            <a:r>
              <a:rPr lang="zh-CN" altLang="en-US" sz="1125" b="1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收益：</a:t>
            </a:r>
            <a:endParaRPr lang="en-US" altLang="zh-CN" sz="1125" b="1">
              <a:solidFill>
                <a:schemeClr val="tx1">
                  <a:lumMod val="75000"/>
                  <a:lumOff val="2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+mn-ea"/>
              <a:sym typeface="+mn-lt"/>
            </a:endParaRPr>
          </a:p>
          <a:p>
            <a:pPr defTabSz="514350">
              <a:lnSpc>
                <a:spcPct val="120000"/>
              </a:lnSpc>
              <a:spcBef>
                <a:spcPct val="0"/>
              </a:spcBef>
            </a:pPr>
            <a:r>
              <a:rPr lang="en-US" altLang="zh-CN" sz="1125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1.</a:t>
            </a:r>
            <a:r>
              <a:rPr lang="zh-CN" altLang="en-US" sz="1125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打球成本更低</a:t>
            </a:r>
            <a:endParaRPr lang="en-US" altLang="zh-CN" sz="1125">
              <a:solidFill>
                <a:schemeClr val="tx1">
                  <a:lumMod val="75000"/>
                  <a:lumOff val="2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+mn-ea"/>
              <a:sym typeface="+mn-lt"/>
            </a:endParaRPr>
          </a:p>
          <a:p>
            <a:pPr defTabSz="514350">
              <a:lnSpc>
                <a:spcPct val="120000"/>
              </a:lnSpc>
              <a:spcBef>
                <a:spcPct val="0"/>
              </a:spcBef>
            </a:pPr>
            <a:r>
              <a:rPr lang="en-US" altLang="zh-CN" sz="1125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2.</a:t>
            </a:r>
            <a:r>
              <a:rPr lang="zh-CN" altLang="en-US" sz="1125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技术提升更快</a:t>
            </a:r>
            <a:endParaRPr lang="en-US" altLang="zh-CN" sz="1125">
              <a:solidFill>
                <a:schemeClr val="tx1">
                  <a:lumMod val="75000"/>
                  <a:lumOff val="2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+mn-ea"/>
              <a:sym typeface="+mn-lt"/>
            </a:endParaRPr>
          </a:p>
          <a:p>
            <a:pPr defTabSz="514350">
              <a:lnSpc>
                <a:spcPct val="120000"/>
              </a:lnSpc>
              <a:spcBef>
                <a:spcPct val="0"/>
              </a:spcBef>
            </a:pPr>
            <a:r>
              <a:rPr lang="en-US" altLang="zh-CN" sz="1125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3.</a:t>
            </a:r>
            <a:r>
              <a:rPr lang="zh-CN" altLang="en-US" sz="1125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训练效率高</a:t>
            </a:r>
            <a:endParaRPr lang="en-US" altLang="zh-CN" sz="1125">
              <a:solidFill>
                <a:schemeClr val="tx1">
                  <a:lumMod val="75000"/>
                  <a:lumOff val="2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+mn-ea"/>
              <a:sym typeface="+mn-lt"/>
            </a:endParaRPr>
          </a:p>
          <a:p>
            <a:pPr defTabSz="514350">
              <a:lnSpc>
                <a:spcPct val="120000"/>
              </a:lnSpc>
              <a:spcBef>
                <a:spcPct val="0"/>
              </a:spcBef>
            </a:pPr>
            <a:r>
              <a:rPr lang="en-US" altLang="zh-CN" sz="1125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4.</a:t>
            </a:r>
            <a:r>
              <a:rPr lang="zh-CN" altLang="en-US" sz="1125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得到打球照片（纠正动作或分享）</a:t>
            </a:r>
            <a:endParaRPr lang="en-US" altLang="zh-CN" sz="1125">
              <a:solidFill>
                <a:schemeClr val="tx1">
                  <a:lumMod val="75000"/>
                  <a:lumOff val="2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+mn-ea"/>
              <a:sym typeface="+mn-lt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239463" y="3386893"/>
            <a:ext cx="676020" cy="1184343"/>
            <a:chOff x="397565" y="4449708"/>
            <a:chExt cx="1025257" cy="1796183"/>
          </a:xfrm>
        </p:grpSpPr>
        <p:sp>
          <p:nvSpPr>
            <p:cNvPr id="18" name="圆角矩形 17"/>
            <p:cNvSpPr/>
            <p:nvPr/>
          </p:nvSpPr>
          <p:spPr>
            <a:xfrm>
              <a:off x="397565" y="4449708"/>
              <a:ext cx="1014474" cy="383187"/>
            </a:xfrm>
            <a:prstGeom prst="roundRect">
              <a:avLst>
                <a:gd name="adj" fmla="val 6292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13">
                  <a:solidFill>
                    <a:schemeClr val="tx1"/>
                  </a:solidFill>
                </a:rPr>
                <a:t>训练量</a:t>
              </a:r>
            </a:p>
          </p:txBody>
        </p:sp>
        <p:sp>
          <p:nvSpPr>
            <p:cNvPr id="19" name="圆角矩形 18"/>
            <p:cNvSpPr/>
            <p:nvPr/>
          </p:nvSpPr>
          <p:spPr>
            <a:xfrm>
              <a:off x="408348" y="5862704"/>
              <a:ext cx="1014474" cy="383187"/>
            </a:xfrm>
            <a:prstGeom prst="roundRect">
              <a:avLst>
                <a:gd name="adj" fmla="val 6292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13">
                  <a:solidFill>
                    <a:schemeClr val="tx1"/>
                  </a:solidFill>
                </a:rPr>
                <a:t>费用</a:t>
              </a:r>
            </a:p>
          </p:txBody>
        </p:sp>
        <p:sp>
          <p:nvSpPr>
            <p:cNvPr id="20" name="左右箭头 19"/>
            <p:cNvSpPr/>
            <p:nvPr/>
          </p:nvSpPr>
          <p:spPr>
            <a:xfrm rot="16200000">
              <a:off x="530263" y="5227558"/>
              <a:ext cx="770644" cy="240481"/>
            </a:xfrm>
            <a:prstGeom prst="leftRightArrow">
              <a:avLst>
                <a:gd name="adj1" fmla="val 50000"/>
                <a:gd name="adj2" fmla="val 111843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3"/>
            </a:p>
          </p:txBody>
        </p:sp>
      </p:grpSp>
      <p:sp>
        <p:nvSpPr>
          <p:cNvPr id="21" name="文本框 20"/>
          <p:cNvSpPr txBox="1"/>
          <p:nvPr/>
        </p:nvSpPr>
        <p:spPr>
          <a:xfrm>
            <a:off x="645311" y="3860740"/>
            <a:ext cx="487050" cy="2705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/>
              <a:t>矛盾</a:t>
            </a:r>
          </a:p>
        </p:txBody>
      </p:sp>
      <p:sp>
        <p:nvSpPr>
          <p:cNvPr id="22" name="圆角矩形 21"/>
          <p:cNvSpPr/>
          <p:nvPr/>
        </p:nvSpPr>
        <p:spPr>
          <a:xfrm>
            <a:off x="5397090" y="1763609"/>
            <a:ext cx="2378932" cy="2149559"/>
          </a:xfrm>
          <a:prstGeom prst="roundRect">
            <a:avLst>
              <a:gd name="adj" fmla="val 6301"/>
            </a:avLst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23" name="圆角矩形 22"/>
          <p:cNvSpPr/>
          <p:nvPr/>
        </p:nvSpPr>
        <p:spPr>
          <a:xfrm>
            <a:off x="146816" y="1210814"/>
            <a:ext cx="2369949" cy="1532916"/>
          </a:xfrm>
          <a:prstGeom prst="roundRect">
            <a:avLst>
              <a:gd name="adj" fmla="val 5387"/>
            </a:avLst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24" name="圆角矩形 23"/>
          <p:cNvSpPr/>
          <p:nvPr/>
        </p:nvSpPr>
        <p:spPr>
          <a:xfrm>
            <a:off x="146816" y="3205898"/>
            <a:ext cx="2369949" cy="1532916"/>
          </a:xfrm>
          <a:prstGeom prst="roundRect">
            <a:avLst>
              <a:gd name="adj" fmla="val 5387"/>
            </a:avLst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cxnSp>
        <p:nvCxnSpPr>
          <p:cNvPr id="25" name="直接箭头连接符 24"/>
          <p:cNvCxnSpPr/>
          <p:nvPr/>
        </p:nvCxnSpPr>
        <p:spPr>
          <a:xfrm flipH="1" flipV="1">
            <a:off x="2578856" y="1763609"/>
            <a:ext cx="452411" cy="23044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/>
          <p:nvPr/>
        </p:nvCxnSpPr>
        <p:spPr>
          <a:xfrm flipH="1">
            <a:off x="2604855" y="4135988"/>
            <a:ext cx="623209" cy="36044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/>
          <p:cNvCxnSpPr/>
          <p:nvPr/>
        </p:nvCxnSpPr>
        <p:spPr>
          <a:xfrm>
            <a:off x="5187378" y="2976094"/>
            <a:ext cx="209713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组合 38"/>
          <p:cNvGrpSpPr/>
          <p:nvPr/>
        </p:nvGrpSpPr>
        <p:grpSpPr>
          <a:xfrm>
            <a:off x="2408351" y="5319803"/>
            <a:ext cx="2300303" cy="2305981"/>
            <a:chOff x="3966407" y="2336008"/>
            <a:chExt cx="3230274" cy="3238250"/>
          </a:xfrm>
        </p:grpSpPr>
        <p:pic>
          <p:nvPicPr>
            <p:cNvPr id="40" name="图片 3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66407" y="2336008"/>
              <a:ext cx="3230274" cy="3238250"/>
            </a:xfrm>
            <a:prstGeom prst="rect">
              <a:avLst/>
            </a:prstGeom>
          </p:spPr>
        </p:pic>
        <p:sp>
          <p:nvSpPr>
            <p:cNvPr id="41" name="矩形 40"/>
            <p:cNvSpPr/>
            <p:nvPr/>
          </p:nvSpPr>
          <p:spPr>
            <a:xfrm>
              <a:off x="4994788" y="2709694"/>
              <a:ext cx="1977887" cy="4088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smtClean="0">
                  <a:solidFill>
                    <a:schemeClr val="tx1"/>
                  </a:solidFill>
                </a:rPr>
                <a:t>收益创造方案</a:t>
              </a:r>
              <a:endParaRPr lang="zh-CN" altLang="en-US" sz="1600" b="1">
                <a:solidFill>
                  <a:schemeClr val="tx1"/>
                </a:solidFill>
              </a:endParaRPr>
            </a:p>
          </p:txBody>
        </p:sp>
        <p:sp>
          <p:nvSpPr>
            <p:cNvPr id="42" name="矩形 41"/>
            <p:cNvSpPr/>
            <p:nvPr/>
          </p:nvSpPr>
          <p:spPr>
            <a:xfrm>
              <a:off x="5158409" y="4382919"/>
              <a:ext cx="1977886" cy="37579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smtClean="0">
                  <a:solidFill>
                    <a:schemeClr val="tx1"/>
                  </a:solidFill>
                </a:rPr>
                <a:t>痛点缓解方案</a:t>
              </a:r>
              <a:endParaRPr lang="zh-CN" altLang="en-US" sz="1600" b="1">
                <a:solidFill>
                  <a:schemeClr val="tx1"/>
                </a:solidFill>
              </a:endParaRPr>
            </a:p>
          </p:txBody>
        </p:sp>
        <p:sp>
          <p:nvSpPr>
            <p:cNvPr id="43" name="矩形 42"/>
            <p:cNvSpPr/>
            <p:nvPr/>
          </p:nvSpPr>
          <p:spPr>
            <a:xfrm>
              <a:off x="4021449" y="3316561"/>
              <a:ext cx="802671" cy="63857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b="1" smtClean="0">
                  <a:solidFill>
                    <a:schemeClr val="tx1"/>
                  </a:solidFill>
                </a:rPr>
                <a:t>价值主张</a:t>
              </a:r>
              <a:endParaRPr lang="zh-CN" altLang="en-US" sz="1400" b="1">
                <a:solidFill>
                  <a:schemeClr val="tx1"/>
                </a:solidFill>
              </a:endParaRPr>
            </a:p>
          </p:txBody>
        </p:sp>
      </p:grpSp>
      <p:sp>
        <p:nvSpPr>
          <p:cNvPr id="44" name="矩形 43"/>
          <p:cNvSpPr/>
          <p:nvPr/>
        </p:nvSpPr>
        <p:spPr>
          <a:xfrm>
            <a:off x="5153733" y="7133512"/>
            <a:ext cx="2515387" cy="110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t" anchorCtr="0">
            <a:noAutofit/>
          </a:bodyPr>
          <a:lstStyle/>
          <a:p>
            <a:pPr defTabSz="914400">
              <a:lnSpc>
                <a:spcPct val="120000"/>
              </a:lnSpc>
              <a:spcBef>
                <a:spcPct val="0"/>
              </a:spcBef>
            </a:pPr>
            <a:r>
              <a:rPr lang="zh-CN" altLang="en-US" sz="14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痛点解决方案：</a:t>
            </a:r>
            <a:endParaRPr lang="en-US" altLang="zh-CN" sz="1400" b="1" smtClean="0">
              <a:solidFill>
                <a:schemeClr val="tx1">
                  <a:lumMod val="75000"/>
                  <a:lumOff val="2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+mn-ea"/>
              <a:sym typeface="+mn-lt"/>
            </a:endParaRPr>
          </a:p>
          <a:p>
            <a:pPr defTabSz="914400">
              <a:lnSpc>
                <a:spcPct val="120000"/>
              </a:lnSpc>
              <a:spcBef>
                <a:spcPct val="0"/>
              </a:spcBef>
            </a:pPr>
            <a:r>
              <a:rPr lang="en-US" altLang="zh-CN" sz="1400" smtClean="0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1.</a:t>
            </a:r>
            <a:r>
              <a:rPr lang="zh-CN" altLang="en-US" sz="1400" smtClean="0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捡球累</a:t>
            </a:r>
            <a:r>
              <a:rPr lang="en-US" altLang="zh-CN" sz="1400" smtClean="0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-------</a:t>
            </a:r>
            <a:r>
              <a:rPr lang="zh-CN" altLang="en-US" sz="1400" smtClean="0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自动捡球机器</a:t>
            </a:r>
            <a:endParaRPr lang="en-US" altLang="zh-CN" sz="1400" smtClean="0">
              <a:solidFill>
                <a:schemeClr val="tx1">
                  <a:lumMod val="75000"/>
                  <a:lumOff val="2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+mn-ea"/>
              <a:sym typeface="+mn-lt"/>
            </a:endParaRPr>
          </a:p>
          <a:p>
            <a:pPr defTabSz="914400">
              <a:lnSpc>
                <a:spcPct val="120000"/>
              </a:lnSpc>
              <a:spcBef>
                <a:spcPct val="0"/>
              </a:spcBef>
            </a:pPr>
            <a:r>
              <a:rPr lang="en-US" altLang="zh-CN" sz="1400" smtClean="0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2.</a:t>
            </a:r>
            <a:r>
              <a:rPr lang="zh-CN" altLang="en-US" sz="1400" smtClean="0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使用器材贵</a:t>
            </a:r>
            <a:r>
              <a:rPr lang="en-US" altLang="zh-CN" sz="1400" smtClean="0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---</a:t>
            </a:r>
            <a:r>
              <a:rPr lang="zh-CN" altLang="en-US" sz="1400" smtClean="0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共享</a:t>
            </a:r>
            <a:endParaRPr lang="en-US" altLang="zh-CN" sz="1400" smtClean="0">
              <a:solidFill>
                <a:schemeClr val="tx1">
                  <a:lumMod val="75000"/>
                  <a:lumOff val="2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+mn-ea"/>
              <a:sym typeface="+mn-lt"/>
            </a:endParaRPr>
          </a:p>
          <a:p>
            <a:pPr defTabSz="914400">
              <a:lnSpc>
                <a:spcPct val="120000"/>
              </a:lnSpc>
              <a:spcBef>
                <a:spcPct val="0"/>
              </a:spcBef>
            </a:pPr>
            <a:r>
              <a:rPr lang="en-US" altLang="zh-CN" sz="1400" smtClean="0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3.</a:t>
            </a:r>
            <a:r>
              <a:rPr lang="zh-CN" altLang="en-US" sz="1400" smtClean="0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扫水麻烦</a:t>
            </a:r>
            <a:r>
              <a:rPr lang="en-US" altLang="zh-CN" sz="1400" smtClean="0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-----</a:t>
            </a:r>
            <a:r>
              <a:rPr lang="zh-CN" altLang="en-US" sz="1400" smtClean="0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自动扫水机器</a:t>
            </a:r>
            <a:endParaRPr lang="en-US" altLang="zh-CN" sz="1400" smtClean="0">
              <a:solidFill>
                <a:schemeClr val="tx1">
                  <a:lumMod val="75000"/>
                  <a:lumOff val="2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+mn-ea"/>
              <a:sym typeface="+mn-lt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5211892" y="4895153"/>
            <a:ext cx="2362279" cy="1577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t" anchorCtr="0">
            <a:noAutofit/>
          </a:bodyPr>
          <a:lstStyle/>
          <a:p>
            <a:pPr defTabSz="914400">
              <a:lnSpc>
                <a:spcPct val="120000"/>
              </a:lnSpc>
              <a:spcBef>
                <a:spcPct val="0"/>
              </a:spcBef>
            </a:pPr>
            <a:r>
              <a:rPr lang="zh-CN" altLang="en-US" sz="14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收益创造方案：</a:t>
            </a:r>
            <a:endParaRPr lang="en-US" altLang="zh-CN" sz="1400" b="1" smtClean="0">
              <a:solidFill>
                <a:schemeClr val="tx1">
                  <a:lumMod val="75000"/>
                  <a:lumOff val="2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+mn-ea"/>
              <a:sym typeface="+mn-lt"/>
            </a:endParaRPr>
          </a:p>
          <a:p>
            <a:pPr defTabSz="914400">
              <a:lnSpc>
                <a:spcPct val="120000"/>
              </a:lnSpc>
              <a:spcBef>
                <a:spcPct val="0"/>
              </a:spcBef>
            </a:pPr>
            <a:r>
              <a:rPr lang="en-US" altLang="zh-CN" sz="1400" smtClean="0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1.</a:t>
            </a:r>
            <a:r>
              <a:rPr lang="zh-CN" altLang="en-US" sz="1400" smtClean="0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技术提升难</a:t>
            </a:r>
            <a:r>
              <a:rPr lang="en-US" altLang="zh-CN" sz="1400" smtClean="0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---</a:t>
            </a:r>
            <a:r>
              <a:rPr lang="zh-CN" altLang="en-US" sz="1400" smtClean="0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摄像动作指导</a:t>
            </a:r>
            <a:r>
              <a:rPr lang="en-US" altLang="zh-CN" sz="1400" smtClean="0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/</a:t>
            </a:r>
            <a:r>
              <a:rPr lang="zh-CN" altLang="en-US" sz="1400" smtClean="0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陪练机器</a:t>
            </a:r>
            <a:r>
              <a:rPr lang="en-US" altLang="zh-CN" sz="1400" smtClean="0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/App</a:t>
            </a:r>
            <a:r>
              <a:rPr lang="zh-CN" altLang="en-US" sz="1400" smtClean="0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推送视频</a:t>
            </a:r>
            <a:endParaRPr lang="en-US" altLang="zh-CN" sz="1400" smtClean="0">
              <a:solidFill>
                <a:schemeClr val="tx1">
                  <a:lumMod val="75000"/>
                  <a:lumOff val="2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+mn-ea"/>
              <a:sym typeface="+mn-lt"/>
            </a:endParaRPr>
          </a:p>
          <a:p>
            <a:pPr defTabSz="914400">
              <a:lnSpc>
                <a:spcPct val="120000"/>
              </a:lnSpc>
              <a:spcBef>
                <a:spcPct val="0"/>
              </a:spcBef>
            </a:pPr>
            <a:r>
              <a:rPr lang="en-US" altLang="zh-CN" sz="1400" smtClean="0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2.</a:t>
            </a:r>
            <a:r>
              <a:rPr lang="zh-CN" altLang="en-US" sz="1400" smtClean="0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教练费用高</a:t>
            </a:r>
            <a:r>
              <a:rPr lang="en-US" altLang="zh-CN" sz="1400" smtClean="0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---</a:t>
            </a:r>
            <a:r>
              <a:rPr lang="zh-CN" altLang="en-US" sz="1400" smtClean="0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提高单位时间练球效率</a:t>
            </a:r>
            <a:r>
              <a:rPr lang="en-US" altLang="zh-CN" sz="1400" smtClean="0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(</a:t>
            </a:r>
            <a:r>
              <a:rPr lang="zh-CN" altLang="en-US" sz="1400" smtClean="0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节约捡球时间</a:t>
            </a:r>
            <a:r>
              <a:rPr lang="en-US" altLang="zh-CN" sz="1400" smtClean="0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)</a:t>
            </a:r>
          </a:p>
          <a:p>
            <a:pPr defTabSz="914400">
              <a:lnSpc>
                <a:spcPct val="120000"/>
              </a:lnSpc>
              <a:spcBef>
                <a:spcPct val="0"/>
              </a:spcBef>
            </a:pPr>
            <a:r>
              <a:rPr lang="en-US" altLang="zh-CN" sz="1400" smtClean="0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3.</a:t>
            </a:r>
            <a:r>
              <a:rPr lang="zh-CN" altLang="en-US" sz="1400" smtClean="0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获取打球照片</a:t>
            </a:r>
          </a:p>
        </p:txBody>
      </p:sp>
      <p:grpSp>
        <p:nvGrpSpPr>
          <p:cNvPr id="51" name="组合 50"/>
          <p:cNvGrpSpPr/>
          <p:nvPr/>
        </p:nvGrpSpPr>
        <p:grpSpPr>
          <a:xfrm>
            <a:off x="220738" y="5662094"/>
            <a:ext cx="1907025" cy="1621398"/>
            <a:chOff x="242934" y="5494168"/>
            <a:chExt cx="1907025" cy="1621398"/>
          </a:xfrm>
        </p:grpSpPr>
        <p:sp>
          <p:nvSpPr>
            <p:cNvPr id="46" name="矩形 45"/>
            <p:cNvSpPr/>
            <p:nvPr/>
          </p:nvSpPr>
          <p:spPr>
            <a:xfrm>
              <a:off x="318508" y="5537926"/>
              <a:ext cx="1831451" cy="1577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t" anchorCtr="0">
              <a:noAutofit/>
            </a:bodyPr>
            <a:lstStyle/>
            <a:p>
              <a:pPr defTabSz="914400">
                <a:lnSpc>
                  <a:spcPct val="120000"/>
                </a:lnSpc>
                <a:spcBef>
                  <a:spcPct val="0"/>
                </a:spcBef>
              </a:pPr>
              <a:r>
                <a:rPr lang="zh-CN" altLang="en-US" sz="1400" b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ea"/>
                  <a:sym typeface="+mn-lt"/>
                </a:rPr>
                <a:t>价值主张方案：</a:t>
              </a:r>
              <a:endParaRPr lang="en-US" altLang="zh-CN" sz="14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endParaRPr>
            </a:p>
            <a:p>
              <a:pPr defTabSz="914400">
                <a:lnSpc>
                  <a:spcPct val="120000"/>
                </a:lnSpc>
                <a:spcBef>
                  <a:spcPct val="0"/>
                </a:spcBef>
              </a:pPr>
              <a:r>
                <a:rPr lang="en-US" altLang="zh-CN" sz="14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ea"/>
                  <a:sym typeface="+mn-lt"/>
                </a:rPr>
                <a:t>1.</a:t>
              </a:r>
              <a:r>
                <a:rPr lang="zh-CN" altLang="en-US" sz="14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ea"/>
                  <a:sym typeface="+mn-lt"/>
                </a:rPr>
                <a:t>网球发球捡球车</a:t>
              </a:r>
              <a:endParaRPr lang="en-US" altLang="zh-CN" sz="1400" smtClean="0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endParaRPr>
            </a:p>
            <a:p>
              <a:pPr defTabSz="914400">
                <a:lnSpc>
                  <a:spcPct val="120000"/>
                </a:lnSpc>
                <a:spcBef>
                  <a:spcPct val="0"/>
                </a:spcBef>
              </a:pPr>
              <a:r>
                <a:rPr lang="en-US" altLang="zh-CN" sz="14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ea"/>
                  <a:sym typeface="+mn-lt"/>
                </a:rPr>
                <a:t>2.app</a:t>
              </a:r>
              <a:r>
                <a:rPr lang="zh-CN" altLang="en-US" sz="14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ea"/>
                  <a:sym typeface="+mn-lt"/>
                </a:rPr>
                <a:t>共享器材</a:t>
              </a:r>
              <a:endParaRPr lang="en-US" altLang="zh-CN" sz="1400" smtClean="0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endParaRPr>
            </a:p>
            <a:p>
              <a:pPr defTabSz="914400">
                <a:lnSpc>
                  <a:spcPct val="120000"/>
                </a:lnSpc>
                <a:spcBef>
                  <a:spcPct val="0"/>
                </a:spcBef>
              </a:pPr>
              <a:r>
                <a:rPr lang="en-US" altLang="zh-CN" sz="14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ea"/>
                  <a:sym typeface="+mn-lt"/>
                </a:rPr>
                <a:t>3.</a:t>
              </a:r>
              <a:r>
                <a:rPr lang="zh-CN" altLang="en-US" sz="14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ea"/>
                  <a:sym typeface="+mn-lt"/>
                </a:rPr>
                <a:t>网球扫水车</a:t>
              </a:r>
              <a:endParaRPr lang="en-US" altLang="zh-CN" sz="1400" smtClean="0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endParaRPr>
            </a:p>
            <a:p>
              <a:pPr defTabSz="914400">
                <a:lnSpc>
                  <a:spcPct val="120000"/>
                </a:lnSpc>
                <a:spcBef>
                  <a:spcPct val="0"/>
                </a:spcBef>
              </a:pPr>
              <a:r>
                <a:rPr lang="en-US" altLang="zh-CN" sz="14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ea"/>
                  <a:sym typeface="+mn-lt"/>
                </a:rPr>
                <a:t>4.</a:t>
              </a:r>
              <a:r>
                <a:rPr lang="zh-CN" altLang="en-US" sz="14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ea"/>
                  <a:sym typeface="+mn-lt"/>
                </a:rPr>
                <a:t>打球拍摄服务</a:t>
              </a:r>
              <a:endParaRPr lang="en-US" altLang="zh-CN" sz="1400" smtClean="0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endParaRPr>
            </a:p>
            <a:p>
              <a:pPr defTabSz="914400">
                <a:lnSpc>
                  <a:spcPct val="120000"/>
                </a:lnSpc>
                <a:spcBef>
                  <a:spcPct val="0"/>
                </a:spcBef>
              </a:pPr>
              <a:r>
                <a:rPr lang="en-US" altLang="zh-CN" sz="14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ea"/>
                  <a:sym typeface="+mn-lt"/>
                </a:rPr>
                <a:t>5.App</a:t>
              </a:r>
              <a:r>
                <a:rPr lang="zh-CN" altLang="en-US" sz="14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ea"/>
                  <a:sym typeface="+mn-lt"/>
                </a:rPr>
                <a:t>网球技术指导</a:t>
              </a:r>
              <a:endParaRPr lang="en-US" altLang="zh-CN" sz="1400" smtClean="0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endParaRPr>
            </a:p>
          </p:txBody>
        </p:sp>
        <p:sp>
          <p:nvSpPr>
            <p:cNvPr id="50" name="圆角矩形 49"/>
            <p:cNvSpPr/>
            <p:nvPr/>
          </p:nvSpPr>
          <p:spPr>
            <a:xfrm>
              <a:off x="242934" y="5494168"/>
              <a:ext cx="1784890" cy="1621397"/>
            </a:xfrm>
            <a:prstGeom prst="roundRect">
              <a:avLst>
                <a:gd name="adj" fmla="val 5387"/>
              </a:avLst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3"/>
            </a:p>
          </p:txBody>
        </p:sp>
      </p:grpSp>
      <p:sp>
        <p:nvSpPr>
          <p:cNvPr id="52" name="圆角矩形 51"/>
          <p:cNvSpPr/>
          <p:nvPr/>
        </p:nvSpPr>
        <p:spPr>
          <a:xfrm>
            <a:off x="5092773" y="4780275"/>
            <a:ext cx="2566188" cy="1755843"/>
          </a:xfrm>
          <a:prstGeom prst="roundRect">
            <a:avLst>
              <a:gd name="adj" fmla="val 5387"/>
            </a:avLst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53" name="圆角矩形 52"/>
          <p:cNvSpPr/>
          <p:nvPr/>
        </p:nvSpPr>
        <p:spPr>
          <a:xfrm>
            <a:off x="5092773" y="6957226"/>
            <a:ext cx="2566188" cy="1429263"/>
          </a:xfrm>
          <a:prstGeom prst="roundRect">
            <a:avLst>
              <a:gd name="adj" fmla="val 5387"/>
            </a:avLst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cxnSp>
        <p:nvCxnSpPr>
          <p:cNvPr id="54" name="直接箭头连接符 53"/>
          <p:cNvCxnSpPr/>
          <p:nvPr/>
        </p:nvCxnSpPr>
        <p:spPr>
          <a:xfrm flipH="1">
            <a:off x="1746081" y="6472792"/>
            <a:ext cx="54013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箭头连接符 55"/>
          <p:cNvCxnSpPr/>
          <p:nvPr/>
        </p:nvCxnSpPr>
        <p:spPr>
          <a:xfrm flipV="1">
            <a:off x="4530997" y="5758886"/>
            <a:ext cx="458245" cy="38425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箭头连接符 59"/>
          <p:cNvCxnSpPr/>
          <p:nvPr/>
        </p:nvCxnSpPr>
        <p:spPr>
          <a:xfrm>
            <a:off x="4507411" y="7201370"/>
            <a:ext cx="467315" cy="42441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77683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5982" y="234158"/>
            <a:ext cx="4133407" cy="2742647"/>
          </a:xfrm>
          <a:prstGeom prst="rect">
            <a:avLst/>
          </a:prstGeom>
        </p:spPr>
      </p:pic>
      <p:grpSp>
        <p:nvGrpSpPr>
          <p:cNvPr id="3" name="组合 2"/>
          <p:cNvGrpSpPr/>
          <p:nvPr/>
        </p:nvGrpSpPr>
        <p:grpSpPr>
          <a:xfrm>
            <a:off x="3048285" y="484094"/>
            <a:ext cx="1991136" cy="2448336"/>
            <a:chOff x="3227580" y="4876800"/>
            <a:chExt cx="1991136" cy="2448336"/>
          </a:xfrm>
        </p:grpSpPr>
        <p:sp>
          <p:nvSpPr>
            <p:cNvPr id="7" name="椭圆 6"/>
            <p:cNvSpPr/>
            <p:nvPr/>
          </p:nvSpPr>
          <p:spPr>
            <a:xfrm>
              <a:off x="5001516" y="5059680"/>
              <a:ext cx="64800" cy="648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/>
            <p:cNvSpPr>
              <a:spLocks noChangeAspect="1"/>
            </p:cNvSpPr>
            <p:nvPr/>
          </p:nvSpPr>
          <p:spPr>
            <a:xfrm>
              <a:off x="4938734" y="4907280"/>
              <a:ext cx="64800" cy="6400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/>
            <p:cNvSpPr/>
            <p:nvPr/>
          </p:nvSpPr>
          <p:spPr>
            <a:xfrm>
              <a:off x="4708908" y="5321808"/>
              <a:ext cx="64800" cy="648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椭圆 9"/>
            <p:cNvSpPr/>
            <p:nvPr/>
          </p:nvSpPr>
          <p:spPr>
            <a:xfrm>
              <a:off x="4202940" y="5260848"/>
              <a:ext cx="64800" cy="648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椭圆 10"/>
            <p:cNvSpPr/>
            <p:nvPr/>
          </p:nvSpPr>
          <p:spPr>
            <a:xfrm>
              <a:off x="4458972" y="5126736"/>
              <a:ext cx="64800" cy="648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椭圆 11"/>
            <p:cNvSpPr/>
            <p:nvPr/>
          </p:nvSpPr>
          <p:spPr>
            <a:xfrm>
              <a:off x="4739388" y="5437632"/>
              <a:ext cx="64800" cy="648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/>
          </p:nvSpPr>
          <p:spPr>
            <a:xfrm>
              <a:off x="4751580" y="5102352"/>
              <a:ext cx="64800" cy="648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/>
          </p:nvSpPr>
          <p:spPr>
            <a:xfrm>
              <a:off x="4739388" y="4876800"/>
              <a:ext cx="64800" cy="648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/>
            <p:cNvSpPr/>
            <p:nvPr/>
          </p:nvSpPr>
          <p:spPr>
            <a:xfrm>
              <a:off x="4416300" y="6010656"/>
              <a:ext cx="64800" cy="648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/>
            <p:cNvSpPr/>
            <p:nvPr/>
          </p:nvSpPr>
          <p:spPr>
            <a:xfrm>
              <a:off x="4190748" y="5925312"/>
              <a:ext cx="64800" cy="648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/>
          </p:nvSpPr>
          <p:spPr>
            <a:xfrm>
              <a:off x="4568700" y="5888736"/>
              <a:ext cx="64800" cy="648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椭圆 17"/>
            <p:cNvSpPr/>
            <p:nvPr/>
          </p:nvSpPr>
          <p:spPr>
            <a:xfrm>
              <a:off x="4867404" y="6376416"/>
              <a:ext cx="64800" cy="648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/>
          </p:nvSpPr>
          <p:spPr>
            <a:xfrm>
              <a:off x="4964940" y="7138416"/>
              <a:ext cx="64800" cy="648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椭圆 19"/>
            <p:cNvSpPr/>
            <p:nvPr/>
          </p:nvSpPr>
          <p:spPr>
            <a:xfrm>
              <a:off x="5153916" y="7260336"/>
              <a:ext cx="64800" cy="648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椭圆 20"/>
            <p:cNvSpPr/>
            <p:nvPr/>
          </p:nvSpPr>
          <p:spPr>
            <a:xfrm>
              <a:off x="3934716" y="6729984"/>
              <a:ext cx="64800" cy="648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/>
            <p:cNvSpPr/>
            <p:nvPr/>
          </p:nvSpPr>
          <p:spPr>
            <a:xfrm>
              <a:off x="3507996" y="6912864"/>
              <a:ext cx="64800" cy="648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椭圆 22"/>
            <p:cNvSpPr/>
            <p:nvPr/>
          </p:nvSpPr>
          <p:spPr>
            <a:xfrm>
              <a:off x="3227580" y="7162800"/>
              <a:ext cx="64800" cy="648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" name="组合 1"/>
            <p:cNvGrpSpPr/>
            <p:nvPr/>
          </p:nvGrpSpPr>
          <p:grpSpPr>
            <a:xfrm>
              <a:off x="3282890" y="4941600"/>
              <a:ext cx="1871026" cy="2351136"/>
              <a:chOff x="3282890" y="4941600"/>
              <a:chExt cx="1871026" cy="2351136"/>
            </a:xfrm>
          </p:grpSpPr>
          <p:cxnSp>
            <p:nvCxnSpPr>
              <p:cNvPr id="26" name="直接连接符 25"/>
              <p:cNvCxnSpPr>
                <a:stCxn id="23" idx="7"/>
                <a:endCxn id="22" idx="3"/>
              </p:cNvCxnSpPr>
              <p:nvPr/>
            </p:nvCxnSpPr>
            <p:spPr>
              <a:xfrm flipV="1">
                <a:off x="3282890" y="6968174"/>
                <a:ext cx="234596" cy="204116"/>
              </a:xfrm>
              <a:prstGeom prst="line">
                <a:avLst/>
              </a:prstGeom>
              <a:ln w="12700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 27"/>
              <p:cNvCxnSpPr>
                <a:stCxn id="22" idx="6"/>
                <a:endCxn id="21" idx="3"/>
              </p:cNvCxnSpPr>
              <p:nvPr/>
            </p:nvCxnSpPr>
            <p:spPr>
              <a:xfrm flipV="1">
                <a:off x="3572796" y="6785294"/>
                <a:ext cx="371410" cy="159970"/>
              </a:xfrm>
              <a:prstGeom prst="line">
                <a:avLst/>
              </a:prstGeom>
              <a:ln w="12700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/>
              <p:cNvCxnSpPr>
                <a:stCxn id="21" idx="7"/>
                <a:endCxn id="16" idx="4"/>
              </p:cNvCxnSpPr>
              <p:nvPr/>
            </p:nvCxnSpPr>
            <p:spPr>
              <a:xfrm flipV="1">
                <a:off x="3990026" y="5990112"/>
                <a:ext cx="233122" cy="749362"/>
              </a:xfrm>
              <a:prstGeom prst="line">
                <a:avLst/>
              </a:prstGeom>
              <a:ln w="12700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/>
              <p:cNvCxnSpPr>
                <a:stCxn id="15" idx="2"/>
                <a:endCxn id="16" idx="5"/>
              </p:cNvCxnSpPr>
              <p:nvPr/>
            </p:nvCxnSpPr>
            <p:spPr>
              <a:xfrm flipH="1" flipV="1">
                <a:off x="4246058" y="5980622"/>
                <a:ext cx="170242" cy="62434"/>
              </a:xfrm>
              <a:prstGeom prst="line">
                <a:avLst/>
              </a:prstGeom>
              <a:ln w="12700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/>
              <p:cNvCxnSpPr>
                <a:stCxn id="17" idx="3"/>
                <a:endCxn id="15" idx="7"/>
              </p:cNvCxnSpPr>
              <p:nvPr/>
            </p:nvCxnSpPr>
            <p:spPr>
              <a:xfrm flipH="1">
                <a:off x="4471610" y="5944046"/>
                <a:ext cx="106580" cy="76100"/>
              </a:xfrm>
              <a:prstGeom prst="line">
                <a:avLst/>
              </a:prstGeom>
              <a:ln w="12700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连接符 41"/>
              <p:cNvCxnSpPr>
                <a:stCxn id="17" idx="5"/>
                <a:endCxn id="18" idx="0"/>
              </p:cNvCxnSpPr>
              <p:nvPr/>
            </p:nvCxnSpPr>
            <p:spPr>
              <a:xfrm>
                <a:off x="4624010" y="5944046"/>
                <a:ext cx="275794" cy="432370"/>
              </a:xfrm>
              <a:prstGeom prst="line">
                <a:avLst/>
              </a:prstGeom>
              <a:ln w="12700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/>
              <p:cNvCxnSpPr>
                <a:stCxn id="18" idx="4"/>
                <a:endCxn id="19" idx="1"/>
              </p:cNvCxnSpPr>
              <p:nvPr/>
            </p:nvCxnSpPr>
            <p:spPr>
              <a:xfrm>
                <a:off x="4899804" y="6441216"/>
                <a:ext cx="74626" cy="706690"/>
              </a:xfrm>
              <a:prstGeom prst="line">
                <a:avLst/>
              </a:prstGeom>
              <a:ln w="12700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/>
              <p:cNvCxnSpPr>
                <a:stCxn id="19" idx="4"/>
                <a:endCxn id="20" idx="2"/>
              </p:cNvCxnSpPr>
              <p:nvPr/>
            </p:nvCxnSpPr>
            <p:spPr>
              <a:xfrm>
                <a:off x="4997340" y="7203216"/>
                <a:ext cx="156576" cy="89520"/>
              </a:xfrm>
              <a:prstGeom prst="line">
                <a:avLst/>
              </a:prstGeom>
              <a:ln w="12700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/>
              <p:cNvCxnSpPr>
                <a:stCxn id="10" idx="4"/>
                <a:endCxn id="16" idx="0"/>
              </p:cNvCxnSpPr>
              <p:nvPr/>
            </p:nvCxnSpPr>
            <p:spPr>
              <a:xfrm flipH="1">
                <a:off x="4223148" y="5325648"/>
                <a:ext cx="12192" cy="599664"/>
              </a:xfrm>
              <a:prstGeom prst="line">
                <a:avLst/>
              </a:prstGeom>
              <a:ln w="12700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接连接符 53"/>
              <p:cNvCxnSpPr>
                <a:stCxn id="10" idx="5"/>
                <a:endCxn id="9" idx="2"/>
              </p:cNvCxnSpPr>
              <p:nvPr/>
            </p:nvCxnSpPr>
            <p:spPr>
              <a:xfrm>
                <a:off x="4258250" y="5316158"/>
                <a:ext cx="450658" cy="38050"/>
              </a:xfrm>
              <a:prstGeom prst="line">
                <a:avLst/>
              </a:prstGeom>
              <a:ln w="12700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直接连接符 58"/>
              <p:cNvCxnSpPr>
                <a:stCxn id="9" idx="7"/>
                <a:endCxn id="7" idx="3"/>
              </p:cNvCxnSpPr>
              <p:nvPr/>
            </p:nvCxnSpPr>
            <p:spPr>
              <a:xfrm flipV="1">
                <a:off x="4764218" y="5114990"/>
                <a:ext cx="246788" cy="216308"/>
              </a:xfrm>
              <a:prstGeom prst="line">
                <a:avLst/>
              </a:prstGeom>
              <a:ln w="12700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接连接符 62"/>
              <p:cNvCxnSpPr>
                <a:stCxn id="8" idx="5"/>
                <a:endCxn id="7" idx="0"/>
              </p:cNvCxnSpPr>
              <p:nvPr/>
            </p:nvCxnSpPr>
            <p:spPr>
              <a:xfrm>
                <a:off x="4994044" y="4961914"/>
                <a:ext cx="39872" cy="97766"/>
              </a:xfrm>
              <a:prstGeom prst="line">
                <a:avLst/>
              </a:prstGeom>
              <a:ln w="12700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直接连接符 66"/>
              <p:cNvCxnSpPr>
                <a:stCxn id="14" idx="4"/>
                <a:endCxn id="13" idx="0"/>
              </p:cNvCxnSpPr>
              <p:nvPr/>
            </p:nvCxnSpPr>
            <p:spPr>
              <a:xfrm>
                <a:off x="4771788" y="4941600"/>
                <a:ext cx="12192" cy="160752"/>
              </a:xfrm>
              <a:prstGeom prst="line">
                <a:avLst/>
              </a:prstGeom>
              <a:ln w="12700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直接连接符 89"/>
              <p:cNvCxnSpPr>
                <a:endCxn id="17" idx="0"/>
              </p:cNvCxnSpPr>
              <p:nvPr/>
            </p:nvCxnSpPr>
            <p:spPr>
              <a:xfrm>
                <a:off x="4523772" y="5437632"/>
                <a:ext cx="77328" cy="451104"/>
              </a:xfrm>
              <a:prstGeom prst="line">
                <a:avLst/>
              </a:prstGeom>
              <a:ln w="12700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直接连接符 92"/>
              <p:cNvCxnSpPr>
                <a:stCxn id="11" idx="4"/>
              </p:cNvCxnSpPr>
              <p:nvPr/>
            </p:nvCxnSpPr>
            <p:spPr>
              <a:xfrm>
                <a:off x="4491372" y="5191536"/>
                <a:ext cx="13827" cy="92222"/>
              </a:xfrm>
              <a:prstGeom prst="line">
                <a:avLst/>
              </a:prstGeom>
              <a:ln w="12700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直接连接符 98"/>
              <p:cNvCxnSpPr>
                <a:stCxn id="11" idx="5"/>
              </p:cNvCxnSpPr>
              <p:nvPr/>
            </p:nvCxnSpPr>
            <p:spPr>
              <a:xfrm>
                <a:off x="4514282" y="5182046"/>
                <a:ext cx="86818" cy="92914"/>
              </a:xfrm>
              <a:prstGeom prst="line">
                <a:avLst/>
              </a:prstGeom>
              <a:ln w="12700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直接连接符 103"/>
              <p:cNvCxnSpPr>
                <a:endCxn id="12" idx="1"/>
              </p:cNvCxnSpPr>
              <p:nvPr/>
            </p:nvCxnSpPr>
            <p:spPr>
              <a:xfrm>
                <a:off x="4708908" y="5417088"/>
                <a:ext cx="39970" cy="30034"/>
              </a:xfrm>
              <a:prstGeom prst="line">
                <a:avLst/>
              </a:prstGeom>
              <a:ln w="12700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直接连接符 106"/>
              <p:cNvCxnSpPr>
                <a:stCxn id="13" idx="4"/>
              </p:cNvCxnSpPr>
              <p:nvPr/>
            </p:nvCxnSpPr>
            <p:spPr>
              <a:xfrm flipH="1">
                <a:off x="4782791" y="5167152"/>
                <a:ext cx="1189" cy="55310"/>
              </a:xfrm>
              <a:prstGeom prst="line">
                <a:avLst/>
              </a:prstGeom>
              <a:ln w="12700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直接连接符 109"/>
              <p:cNvCxnSpPr>
                <a:endCxn id="12" idx="7"/>
              </p:cNvCxnSpPr>
              <p:nvPr/>
            </p:nvCxnSpPr>
            <p:spPr>
              <a:xfrm flipH="1">
                <a:off x="4794698" y="5357702"/>
                <a:ext cx="1039" cy="89420"/>
              </a:xfrm>
              <a:prstGeom prst="line">
                <a:avLst/>
              </a:prstGeom>
              <a:ln w="12700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直接连接符 113"/>
              <p:cNvCxnSpPr>
                <a:stCxn id="10" idx="7"/>
                <a:endCxn id="11" idx="2"/>
              </p:cNvCxnSpPr>
              <p:nvPr/>
            </p:nvCxnSpPr>
            <p:spPr>
              <a:xfrm flipV="1">
                <a:off x="4258250" y="5159136"/>
                <a:ext cx="200722" cy="111202"/>
              </a:xfrm>
              <a:prstGeom prst="line">
                <a:avLst/>
              </a:prstGeom>
              <a:ln w="12700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723049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618384" y="3388361"/>
            <a:ext cx="6626881" cy="7131137"/>
            <a:chOff x="618384" y="3388361"/>
            <a:chExt cx="6626881" cy="7131137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16200000">
              <a:off x="2985591" y="4816344"/>
              <a:ext cx="1926952" cy="1908000"/>
            </a:xfrm>
            <a:prstGeom prst="rect">
              <a:avLst/>
            </a:prstGeom>
          </p:spPr>
        </p:pic>
        <p:sp>
          <p:nvSpPr>
            <p:cNvPr id="7" name="矩形 6"/>
            <p:cNvSpPr/>
            <p:nvPr/>
          </p:nvSpPr>
          <p:spPr>
            <a:xfrm>
              <a:off x="3245370" y="5747953"/>
              <a:ext cx="463189" cy="47148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00" b="1">
                  <a:solidFill>
                    <a:schemeClr val="tx1"/>
                  </a:solidFill>
                </a:rPr>
                <a:t>收益</a:t>
              </a:r>
            </a:p>
          </p:txBody>
        </p:sp>
        <p:sp>
          <p:nvSpPr>
            <p:cNvPr id="8" name="矩形 7"/>
            <p:cNvSpPr/>
            <p:nvPr/>
          </p:nvSpPr>
          <p:spPr>
            <a:xfrm>
              <a:off x="4222161" y="5866559"/>
              <a:ext cx="440146" cy="31366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00" b="1">
                  <a:solidFill>
                    <a:schemeClr val="tx1"/>
                  </a:solidFill>
                </a:rPr>
                <a:t>痛点</a:t>
              </a:r>
            </a:p>
          </p:txBody>
        </p:sp>
        <p:sp>
          <p:nvSpPr>
            <p:cNvPr id="9" name="矩形 8"/>
            <p:cNvSpPr/>
            <p:nvPr/>
          </p:nvSpPr>
          <p:spPr>
            <a:xfrm>
              <a:off x="3665154" y="4971003"/>
              <a:ext cx="477746" cy="40871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00" b="1">
                  <a:solidFill>
                    <a:schemeClr val="tx1"/>
                  </a:solidFill>
                </a:rPr>
                <a:t>客户</a:t>
              </a:r>
              <a:endParaRPr lang="en-US" altLang="zh-CN" sz="1000" b="1">
                <a:solidFill>
                  <a:schemeClr val="tx1"/>
                </a:solidFill>
              </a:endParaRPr>
            </a:p>
            <a:p>
              <a:pPr algn="ctr"/>
              <a:r>
                <a:rPr lang="zh-CN" altLang="en-US" sz="1000" b="1">
                  <a:solidFill>
                    <a:schemeClr val="tx1"/>
                  </a:solidFill>
                </a:rPr>
                <a:t>工作</a:t>
              </a:r>
            </a:p>
          </p:txBody>
        </p:sp>
        <p:grpSp>
          <p:nvGrpSpPr>
            <p:cNvPr id="11" name="组合 10"/>
            <p:cNvGrpSpPr>
              <a:grpSpLocks noChangeAspect="1"/>
            </p:cNvGrpSpPr>
            <p:nvPr/>
          </p:nvGrpSpPr>
          <p:grpSpPr>
            <a:xfrm>
              <a:off x="4524449" y="3534597"/>
              <a:ext cx="102519" cy="648000"/>
              <a:chOff x="11156791" y="2182809"/>
              <a:chExt cx="288000" cy="1820343"/>
            </a:xfrm>
          </p:grpSpPr>
          <p:cxnSp>
            <p:nvCxnSpPr>
              <p:cNvPr id="12" name="直接箭头连接符 11"/>
              <p:cNvCxnSpPr/>
              <p:nvPr/>
            </p:nvCxnSpPr>
            <p:spPr>
              <a:xfrm>
                <a:off x="11300791" y="2595667"/>
                <a:ext cx="0" cy="1229582"/>
              </a:xfrm>
              <a:prstGeom prst="straightConnector1">
                <a:avLst/>
              </a:prstGeom>
              <a:ln w="127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3" name="十字形 12"/>
              <p:cNvSpPr/>
              <p:nvPr/>
            </p:nvSpPr>
            <p:spPr>
              <a:xfrm>
                <a:off x="11156791" y="2182809"/>
                <a:ext cx="288000" cy="288000"/>
              </a:xfrm>
              <a:prstGeom prst="plus">
                <a:avLst>
                  <a:gd name="adj" fmla="val 41892"/>
                </a:avLst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13"/>
              </a:p>
            </p:txBody>
          </p:sp>
          <p:sp>
            <p:nvSpPr>
              <p:cNvPr id="14" name="矩形 13"/>
              <p:cNvSpPr/>
              <p:nvPr/>
            </p:nvSpPr>
            <p:spPr>
              <a:xfrm>
                <a:off x="11156791" y="3931152"/>
                <a:ext cx="288000" cy="72000"/>
              </a:xfrm>
              <a:prstGeom prst="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13"/>
              </a:p>
            </p:txBody>
          </p:sp>
        </p:grpSp>
        <p:grpSp>
          <p:nvGrpSpPr>
            <p:cNvPr id="28" name="组合 27"/>
            <p:cNvGrpSpPr/>
            <p:nvPr/>
          </p:nvGrpSpPr>
          <p:grpSpPr>
            <a:xfrm>
              <a:off x="3156335" y="3388361"/>
              <a:ext cx="1585464" cy="1139150"/>
              <a:chOff x="2702362" y="3490552"/>
              <a:chExt cx="1585464" cy="1139150"/>
            </a:xfrm>
          </p:grpSpPr>
          <p:sp>
            <p:nvSpPr>
              <p:cNvPr id="10" name="矩形 9"/>
              <p:cNvSpPr/>
              <p:nvPr/>
            </p:nvSpPr>
            <p:spPr>
              <a:xfrm>
                <a:off x="2821886" y="3547174"/>
                <a:ext cx="1465940" cy="99266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t" anchorCtr="0">
                <a:noAutofit/>
              </a:bodyPr>
              <a:lstStyle/>
              <a:p>
                <a:pPr defTabSz="514350">
                  <a:lnSpc>
                    <a:spcPct val="120000"/>
                  </a:lnSpc>
                  <a:spcBef>
                    <a:spcPct val="0"/>
                  </a:spcBef>
                </a:pPr>
                <a:r>
                  <a:rPr lang="zh-CN" altLang="en-US" sz="1100" b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+mn-ea"/>
                    <a:sym typeface="+mn-lt"/>
                  </a:rPr>
                  <a:t>学员：</a:t>
                </a:r>
                <a:endParaRPr lang="en-US" altLang="zh-CN" sz="11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ea"/>
                  <a:sym typeface="+mn-lt"/>
                </a:endParaRPr>
              </a:p>
              <a:p>
                <a:pPr defTabSz="514350">
                  <a:lnSpc>
                    <a:spcPct val="120000"/>
                  </a:lnSpc>
                  <a:spcBef>
                    <a:spcPct val="0"/>
                  </a:spcBef>
                </a:pPr>
                <a:r>
                  <a:rPr lang="en-US" altLang="zh-CN" sz="11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+mn-ea"/>
                    <a:sym typeface="+mn-lt"/>
                  </a:rPr>
                  <a:t>1.</a:t>
                </a:r>
                <a:r>
                  <a:rPr lang="zh-CN" altLang="en-US" sz="11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+mn-ea"/>
                    <a:sym typeface="+mn-lt"/>
                  </a:rPr>
                  <a:t>练习网球</a:t>
                </a:r>
                <a:endParaRPr lang="en-US" altLang="zh-CN" sz="1100">
                  <a:solidFill>
                    <a:schemeClr val="tx1">
                      <a:lumMod val="75000"/>
                      <a:lumOff val="25000"/>
                    </a:scheme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ea"/>
                  <a:sym typeface="+mn-lt"/>
                </a:endParaRPr>
              </a:p>
              <a:p>
                <a:pPr defTabSz="514350">
                  <a:lnSpc>
                    <a:spcPct val="120000"/>
                  </a:lnSpc>
                  <a:spcBef>
                    <a:spcPct val="0"/>
                  </a:spcBef>
                </a:pPr>
                <a:r>
                  <a:rPr lang="en-US" altLang="zh-CN" sz="11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+mn-ea"/>
                    <a:sym typeface="+mn-lt"/>
                  </a:rPr>
                  <a:t>2.</a:t>
                </a:r>
                <a:r>
                  <a:rPr lang="zh-CN" altLang="en-US" sz="11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+mn-ea"/>
                    <a:sym typeface="+mn-lt"/>
                  </a:rPr>
                  <a:t>捡球</a:t>
                </a:r>
                <a:endParaRPr lang="en-US" altLang="zh-CN" sz="1100">
                  <a:solidFill>
                    <a:schemeClr val="tx1">
                      <a:lumMod val="75000"/>
                      <a:lumOff val="25000"/>
                    </a:scheme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ea"/>
                  <a:sym typeface="+mn-lt"/>
                </a:endParaRPr>
              </a:p>
              <a:p>
                <a:pPr defTabSz="514350">
                  <a:lnSpc>
                    <a:spcPct val="120000"/>
                  </a:lnSpc>
                  <a:spcBef>
                    <a:spcPct val="0"/>
                  </a:spcBef>
                </a:pPr>
                <a:r>
                  <a:rPr lang="en-US" altLang="zh-CN" sz="11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+mn-ea"/>
                    <a:sym typeface="+mn-lt"/>
                  </a:rPr>
                  <a:t>3.</a:t>
                </a:r>
                <a:r>
                  <a:rPr lang="zh-CN" altLang="en-US" sz="11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+mn-ea"/>
                    <a:sym typeface="+mn-lt"/>
                  </a:rPr>
                  <a:t>学习技术指导</a:t>
                </a:r>
                <a:endParaRPr lang="en-US" altLang="zh-CN" sz="1100">
                  <a:solidFill>
                    <a:schemeClr val="tx1">
                      <a:lumMod val="75000"/>
                      <a:lumOff val="25000"/>
                    </a:scheme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ea"/>
                  <a:sym typeface="+mn-lt"/>
                </a:endParaRPr>
              </a:p>
              <a:p>
                <a:pPr defTabSz="514350">
                  <a:lnSpc>
                    <a:spcPct val="120000"/>
                  </a:lnSpc>
                  <a:spcBef>
                    <a:spcPct val="0"/>
                  </a:spcBef>
                </a:pPr>
                <a:r>
                  <a:rPr lang="en-US" altLang="zh-CN" sz="11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+mn-ea"/>
                    <a:sym typeface="+mn-lt"/>
                  </a:rPr>
                  <a:t>4.</a:t>
                </a:r>
                <a:r>
                  <a:rPr lang="zh-CN" altLang="en-US" sz="11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+mn-ea"/>
                    <a:sym typeface="+mn-lt"/>
                  </a:rPr>
                  <a:t>时尚拍照或动作记录</a:t>
                </a:r>
                <a:endParaRPr lang="en-US" altLang="zh-CN" sz="1100">
                  <a:solidFill>
                    <a:schemeClr val="tx1">
                      <a:lumMod val="75000"/>
                      <a:lumOff val="25000"/>
                    </a:scheme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ea"/>
                  <a:sym typeface="+mn-lt"/>
                </a:endParaRPr>
              </a:p>
            </p:txBody>
          </p:sp>
          <p:sp>
            <p:nvSpPr>
              <p:cNvPr id="22" name="圆角矩形 21"/>
              <p:cNvSpPr/>
              <p:nvPr/>
            </p:nvSpPr>
            <p:spPr>
              <a:xfrm>
                <a:off x="2702362" y="3490552"/>
                <a:ext cx="1585464" cy="1139150"/>
              </a:xfrm>
              <a:prstGeom prst="roundRect">
                <a:avLst>
                  <a:gd name="adj" fmla="val 6301"/>
                </a:avLst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13"/>
              </a:p>
            </p:txBody>
          </p:sp>
        </p:grpSp>
        <p:grpSp>
          <p:nvGrpSpPr>
            <p:cNvPr id="2" name="组合 1"/>
            <p:cNvGrpSpPr/>
            <p:nvPr/>
          </p:nvGrpSpPr>
          <p:grpSpPr>
            <a:xfrm>
              <a:off x="618384" y="4817264"/>
              <a:ext cx="1944573" cy="1307717"/>
              <a:chOff x="-21444" y="4517444"/>
              <a:chExt cx="1944573" cy="1307717"/>
            </a:xfrm>
          </p:grpSpPr>
          <p:sp>
            <p:nvSpPr>
              <p:cNvPr id="16" name="矩形 15"/>
              <p:cNvSpPr/>
              <p:nvPr/>
            </p:nvSpPr>
            <p:spPr>
              <a:xfrm>
                <a:off x="112516" y="4545104"/>
                <a:ext cx="1730472" cy="12790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t" anchorCtr="0">
                <a:noAutofit/>
              </a:bodyPr>
              <a:lstStyle/>
              <a:p>
                <a:pPr defTabSz="514350">
                  <a:lnSpc>
                    <a:spcPct val="120000"/>
                  </a:lnSpc>
                  <a:spcBef>
                    <a:spcPct val="0"/>
                  </a:spcBef>
                </a:pPr>
                <a:r>
                  <a:rPr lang="zh-CN" altLang="en-US" sz="1125" b="1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+mn-ea"/>
                    <a:sym typeface="+mn-lt"/>
                  </a:rPr>
                  <a:t>收益（客户想要的结果）：</a:t>
                </a:r>
                <a:endParaRPr lang="en-US" altLang="zh-CN" sz="1125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ea"/>
                  <a:sym typeface="+mn-lt"/>
                </a:endParaRPr>
              </a:p>
              <a:p>
                <a:pPr defTabSz="514350">
                  <a:lnSpc>
                    <a:spcPct val="120000"/>
                  </a:lnSpc>
                  <a:spcBef>
                    <a:spcPct val="0"/>
                  </a:spcBef>
                </a:pPr>
                <a:r>
                  <a:rPr lang="en-US" altLang="zh-CN" sz="1125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+mn-ea"/>
                    <a:sym typeface="+mn-lt"/>
                  </a:rPr>
                  <a:t>1.</a:t>
                </a:r>
                <a:r>
                  <a:rPr lang="zh-CN" altLang="en-US" sz="1125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+mn-ea"/>
                    <a:sym typeface="+mn-lt"/>
                  </a:rPr>
                  <a:t>打球成本更低</a:t>
                </a:r>
                <a:endParaRPr lang="en-US" altLang="zh-CN" sz="1125">
                  <a:solidFill>
                    <a:schemeClr val="tx1">
                      <a:lumMod val="75000"/>
                      <a:lumOff val="25000"/>
                    </a:scheme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ea"/>
                  <a:sym typeface="+mn-lt"/>
                </a:endParaRPr>
              </a:p>
              <a:p>
                <a:pPr defTabSz="514350">
                  <a:lnSpc>
                    <a:spcPct val="120000"/>
                  </a:lnSpc>
                  <a:spcBef>
                    <a:spcPct val="0"/>
                  </a:spcBef>
                </a:pPr>
                <a:r>
                  <a:rPr lang="en-US" altLang="zh-CN" sz="1125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+mn-ea"/>
                    <a:sym typeface="+mn-lt"/>
                  </a:rPr>
                  <a:t>2.</a:t>
                </a:r>
                <a:r>
                  <a:rPr lang="zh-CN" altLang="en-US" sz="1125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+mn-ea"/>
                    <a:sym typeface="+mn-lt"/>
                  </a:rPr>
                  <a:t>技术提升更快</a:t>
                </a:r>
                <a:endParaRPr lang="en-US" altLang="zh-CN" sz="1125">
                  <a:solidFill>
                    <a:schemeClr val="tx1">
                      <a:lumMod val="75000"/>
                      <a:lumOff val="25000"/>
                    </a:scheme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ea"/>
                  <a:sym typeface="+mn-lt"/>
                </a:endParaRPr>
              </a:p>
              <a:p>
                <a:pPr defTabSz="514350">
                  <a:lnSpc>
                    <a:spcPct val="120000"/>
                  </a:lnSpc>
                  <a:spcBef>
                    <a:spcPct val="0"/>
                  </a:spcBef>
                </a:pPr>
                <a:r>
                  <a:rPr lang="en-US" altLang="zh-CN" sz="1125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+mn-ea"/>
                    <a:sym typeface="+mn-lt"/>
                  </a:rPr>
                  <a:t>3.</a:t>
                </a:r>
                <a:r>
                  <a:rPr lang="zh-CN" altLang="en-US" sz="1125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+mn-ea"/>
                    <a:sym typeface="+mn-lt"/>
                  </a:rPr>
                  <a:t>训练效率高</a:t>
                </a:r>
                <a:endParaRPr lang="en-US" altLang="zh-CN" sz="1125">
                  <a:solidFill>
                    <a:schemeClr val="tx1">
                      <a:lumMod val="75000"/>
                      <a:lumOff val="25000"/>
                    </a:scheme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ea"/>
                  <a:sym typeface="+mn-lt"/>
                </a:endParaRPr>
              </a:p>
              <a:p>
                <a:pPr defTabSz="514350">
                  <a:lnSpc>
                    <a:spcPct val="120000"/>
                  </a:lnSpc>
                  <a:spcBef>
                    <a:spcPct val="0"/>
                  </a:spcBef>
                </a:pPr>
                <a:r>
                  <a:rPr lang="en-US" altLang="zh-CN" sz="1125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+mn-ea"/>
                    <a:sym typeface="+mn-lt"/>
                  </a:rPr>
                  <a:t>4.</a:t>
                </a:r>
                <a:r>
                  <a:rPr lang="zh-CN" altLang="en-US" sz="1125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+mn-ea"/>
                    <a:sym typeface="+mn-lt"/>
                  </a:rPr>
                  <a:t>得到打球照片（纠正动作或分享）</a:t>
                </a:r>
                <a:endParaRPr lang="en-US" altLang="zh-CN" sz="1125">
                  <a:solidFill>
                    <a:schemeClr val="tx1">
                      <a:lumMod val="75000"/>
                      <a:lumOff val="25000"/>
                    </a:scheme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ea"/>
                  <a:sym typeface="+mn-lt"/>
                </a:endParaRPr>
              </a:p>
            </p:txBody>
          </p:sp>
          <p:sp>
            <p:nvSpPr>
              <p:cNvPr id="23" name="圆角矩形 22"/>
              <p:cNvSpPr/>
              <p:nvPr/>
            </p:nvSpPr>
            <p:spPr>
              <a:xfrm>
                <a:off x="-21444" y="4517444"/>
                <a:ext cx="1944573" cy="1307717"/>
              </a:xfrm>
              <a:prstGeom prst="roundRect">
                <a:avLst>
                  <a:gd name="adj" fmla="val 5387"/>
                </a:avLst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13"/>
              </a:p>
            </p:txBody>
          </p:sp>
        </p:grpSp>
        <p:grpSp>
          <p:nvGrpSpPr>
            <p:cNvPr id="32" name="组合 31"/>
            <p:cNvGrpSpPr/>
            <p:nvPr/>
          </p:nvGrpSpPr>
          <p:grpSpPr>
            <a:xfrm>
              <a:off x="5498425" y="4923808"/>
              <a:ext cx="1510625" cy="1154436"/>
              <a:chOff x="4608235" y="3993552"/>
              <a:chExt cx="1510625" cy="1154436"/>
            </a:xfrm>
          </p:grpSpPr>
          <p:sp>
            <p:nvSpPr>
              <p:cNvPr id="15" name="矩形 14"/>
              <p:cNvSpPr/>
              <p:nvPr/>
            </p:nvSpPr>
            <p:spPr>
              <a:xfrm>
                <a:off x="4821353" y="4042323"/>
                <a:ext cx="1073079" cy="1105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t" anchorCtr="0">
                <a:noAutofit/>
              </a:bodyPr>
              <a:lstStyle/>
              <a:p>
                <a:pPr defTabSz="514350">
                  <a:lnSpc>
                    <a:spcPct val="120000"/>
                  </a:lnSpc>
                  <a:spcBef>
                    <a:spcPct val="0"/>
                  </a:spcBef>
                </a:pPr>
                <a:r>
                  <a:rPr lang="zh-CN" altLang="en-US" sz="1125" b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+mn-ea"/>
                    <a:sym typeface="+mn-lt"/>
                  </a:rPr>
                  <a:t>痛点：</a:t>
                </a:r>
                <a:endParaRPr lang="en-US" altLang="zh-CN" sz="1125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ea"/>
                  <a:sym typeface="+mn-lt"/>
                </a:endParaRPr>
              </a:p>
              <a:p>
                <a:pPr defTabSz="514350">
                  <a:lnSpc>
                    <a:spcPct val="120000"/>
                  </a:lnSpc>
                  <a:spcBef>
                    <a:spcPct val="0"/>
                  </a:spcBef>
                </a:pPr>
                <a:r>
                  <a:rPr lang="en-US" altLang="zh-CN" sz="1125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+mn-ea"/>
                    <a:sym typeface="+mn-lt"/>
                  </a:rPr>
                  <a:t>1.</a:t>
                </a:r>
                <a:r>
                  <a:rPr lang="zh-CN" altLang="en-US" sz="1125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+mn-ea"/>
                    <a:sym typeface="+mn-lt"/>
                  </a:rPr>
                  <a:t>技术提升难</a:t>
                </a:r>
                <a:endParaRPr lang="en-US" altLang="zh-CN" sz="1125">
                  <a:solidFill>
                    <a:schemeClr val="tx1">
                      <a:lumMod val="75000"/>
                      <a:lumOff val="25000"/>
                    </a:scheme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ea"/>
                  <a:sym typeface="+mn-lt"/>
                </a:endParaRPr>
              </a:p>
              <a:p>
                <a:pPr defTabSz="514350">
                  <a:lnSpc>
                    <a:spcPct val="120000"/>
                  </a:lnSpc>
                  <a:spcBef>
                    <a:spcPct val="0"/>
                  </a:spcBef>
                </a:pPr>
                <a:r>
                  <a:rPr lang="en-US" altLang="zh-CN" sz="1125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+mn-ea"/>
                    <a:sym typeface="+mn-lt"/>
                  </a:rPr>
                  <a:t>2.</a:t>
                </a:r>
                <a:r>
                  <a:rPr lang="zh-CN" altLang="en-US" sz="1125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+mn-ea"/>
                    <a:sym typeface="+mn-lt"/>
                  </a:rPr>
                  <a:t>捡球累</a:t>
                </a:r>
                <a:endParaRPr lang="en-US" altLang="zh-CN" sz="1125">
                  <a:solidFill>
                    <a:schemeClr val="tx1">
                      <a:lumMod val="75000"/>
                      <a:lumOff val="25000"/>
                    </a:scheme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ea"/>
                  <a:sym typeface="+mn-lt"/>
                </a:endParaRPr>
              </a:p>
              <a:p>
                <a:pPr defTabSz="514350">
                  <a:lnSpc>
                    <a:spcPct val="120000"/>
                  </a:lnSpc>
                  <a:spcBef>
                    <a:spcPct val="0"/>
                  </a:spcBef>
                </a:pPr>
                <a:r>
                  <a:rPr lang="en-US" altLang="zh-CN" sz="1125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+mn-ea"/>
                    <a:sym typeface="+mn-lt"/>
                  </a:rPr>
                  <a:t>3.</a:t>
                </a:r>
                <a:r>
                  <a:rPr lang="zh-CN" altLang="en-US" sz="1125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+mn-ea"/>
                    <a:sym typeface="+mn-lt"/>
                  </a:rPr>
                  <a:t>教练费用高</a:t>
                </a:r>
                <a:endParaRPr lang="en-US" altLang="zh-CN" sz="1125">
                  <a:solidFill>
                    <a:schemeClr val="tx1">
                      <a:lumMod val="75000"/>
                      <a:lumOff val="25000"/>
                    </a:scheme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ea"/>
                  <a:sym typeface="+mn-lt"/>
                </a:endParaRPr>
              </a:p>
              <a:p>
                <a:pPr defTabSz="514350">
                  <a:lnSpc>
                    <a:spcPct val="120000"/>
                  </a:lnSpc>
                  <a:spcBef>
                    <a:spcPct val="0"/>
                  </a:spcBef>
                </a:pPr>
                <a:r>
                  <a:rPr lang="en-US" altLang="zh-CN" sz="1125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+mn-ea"/>
                    <a:sym typeface="+mn-lt"/>
                  </a:rPr>
                  <a:t>4.</a:t>
                </a:r>
                <a:r>
                  <a:rPr lang="zh-CN" altLang="en-US" sz="1125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+mn-ea"/>
                    <a:sym typeface="+mn-lt"/>
                  </a:rPr>
                  <a:t>使用器材贵</a:t>
                </a:r>
                <a:endParaRPr lang="en-US" altLang="zh-CN" sz="1125">
                  <a:solidFill>
                    <a:schemeClr val="tx1">
                      <a:lumMod val="75000"/>
                      <a:lumOff val="25000"/>
                    </a:scheme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ea"/>
                  <a:sym typeface="+mn-lt"/>
                </a:endParaRPr>
              </a:p>
            </p:txBody>
          </p:sp>
          <p:sp>
            <p:nvSpPr>
              <p:cNvPr id="24" name="圆角矩形 23"/>
              <p:cNvSpPr/>
              <p:nvPr/>
            </p:nvSpPr>
            <p:spPr>
              <a:xfrm>
                <a:off x="4608235" y="3993552"/>
                <a:ext cx="1510625" cy="1154436"/>
              </a:xfrm>
              <a:prstGeom prst="roundRect">
                <a:avLst>
                  <a:gd name="adj" fmla="val 5387"/>
                </a:avLst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13"/>
              </a:p>
            </p:txBody>
          </p:sp>
        </p:grpSp>
        <p:cxnSp>
          <p:nvCxnSpPr>
            <p:cNvPr id="25" name="直接箭头连接符 24"/>
            <p:cNvCxnSpPr/>
            <p:nvPr/>
          </p:nvCxnSpPr>
          <p:spPr>
            <a:xfrm flipH="1" flipV="1">
              <a:off x="2622603" y="5501026"/>
              <a:ext cx="384099" cy="17551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箭头连接符 25"/>
            <p:cNvCxnSpPr/>
            <p:nvPr/>
          </p:nvCxnSpPr>
          <p:spPr>
            <a:xfrm flipV="1">
              <a:off x="4952620" y="5525411"/>
              <a:ext cx="414712" cy="45828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箭头连接符 26"/>
            <p:cNvCxnSpPr/>
            <p:nvPr/>
          </p:nvCxnSpPr>
          <p:spPr>
            <a:xfrm flipH="1" flipV="1">
              <a:off x="3949066" y="4541558"/>
              <a:ext cx="1" cy="34503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0" name="组合 39"/>
            <p:cNvGrpSpPr/>
            <p:nvPr/>
          </p:nvGrpSpPr>
          <p:grpSpPr>
            <a:xfrm rot="16200000">
              <a:off x="3040553" y="6950852"/>
              <a:ext cx="1817029" cy="1821516"/>
              <a:chOff x="3966407" y="2336008"/>
              <a:chExt cx="3230274" cy="3238250"/>
            </a:xfrm>
          </p:grpSpPr>
          <p:pic>
            <p:nvPicPr>
              <p:cNvPr id="41" name="图片 40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66407" y="2336008"/>
                <a:ext cx="3230274" cy="3238250"/>
              </a:xfrm>
              <a:prstGeom prst="rect">
                <a:avLst/>
              </a:prstGeom>
            </p:spPr>
          </p:pic>
          <p:sp>
            <p:nvSpPr>
              <p:cNvPr id="42" name="矩形 41"/>
              <p:cNvSpPr/>
              <p:nvPr/>
            </p:nvSpPr>
            <p:spPr>
              <a:xfrm rot="5400000">
                <a:off x="5613013" y="2497003"/>
                <a:ext cx="938613" cy="123766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200" b="1">
                    <a:solidFill>
                      <a:schemeClr val="tx1"/>
                    </a:solidFill>
                  </a:rPr>
                  <a:t>收益创造方案</a:t>
                </a:r>
              </a:p>
            </p:txBody>
          </p:sp>
          <p:sp>
            <p:nvSpPr>
              <p:cNvPr id="43" name="矩形 42"/>
              <p:cNvSpPr/>
              <p:nvPr/>
            </p:nvSpPr>
            <p:spPr>
              <a:xfrm rot="5400000">
                <a:off x="5626797" y="4380717"/>
                <a:ext cx="908062" cy="85721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200" b="1">
                    <a:solidFill>
                      <a:schemeClr val="tx1"/>
                    </a:solidFill>
                  </a:rPr>
                  <a:t>痛点缓解方案</a:t>
                </a:r>
              </a:p>
            </p:txBody>
          </p:sp>
          <p:sp>
            <p:nvSpPr>
              <p:cNvPr id="44" name="矩形 43"/>
              <p:cNvSpPr/>
              <p:nvPr/>
            </p:nvSpPr>
            <p:spPr>
              <a:xfrm rot="5400000">
                <a:off x="4197491" y="3498793"/>
                <a:ext cx="812800" cy="87034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050" b="1">
                    <a:solidFill>
                      <a:schemeClr val="tx1"/>
                    </a:solidFill>
                  </a:rPr>
                  <a:t>价值</a:t>
                </a:r>
                <a:endParaRPr lang="en-US" altLang="zh-CN" sz="1050" b="1">
                  <a:solidFill>
                    <a:schemeClr val="tx1"/>
                  </a:solidFill>
                </a:endParaRPr>
              </a:p>
              <a:p>
                <a:pPr algn="ctr"/>
                <a:r>
                  <a:rPr lang="zh-CN" altLang="en-US" sz="1050" b="1">
                    <a:solidFill>
                      <a:schemeClr val="tx1"/>
                    </a:solidFill>
                  </a:rPr>
                  <a:t>主张</a:t>
                </a:r>
              </a:p>
            </p:txBody>
          </p:sp>
        </p:grpSp>
        <p:sp>
          <p:nvSpPr>
            <p:cNvPr id="48" name="下箭头 47"/>
            <p:cNvSpPr/>
            <p:nvPr/>
          </p:nvSpPr>
          <p:spPr>
            <a:xfrm rot="5400000">
              <a:off x="2566171" y="9617568"/>
              <a:ext cx="136145" cy="388850"/>
            </a:xfrm>
            <a:prstGeom prst="downArrow">
              <a:avLst>
                <a:gd name="adj1" fmla="val 50000"/>
                <a:gd name="adj2" fmla="val 132129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3"/>
            </a:p>
          </p:txBody>
        </p:sp>
        <p:sp>
          <p:nvSpPr>
            <p:cNvPr id="49" name="TextBox 5"/>
            <p:cNvSpPr txBox="1"/>
            <p:nvPr/>
          </p:nvSpPr>
          <p:spPr>
            <a:xfrm>
              <a:off x="1153924" y="9580263"/>
              <a:ext cx="1090042" cy="4926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sz="1067" b="1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价值主张合并为</a:t>
              </a:r>
              <a:endParaRPr lang="en-US" altLang="zh-CN" sz="1067" b="1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  <a:p>
              <a:pPr algn="ctr">
                <a:lnSpc>
                  <a:spcPct val="150000"/>
                </a:lnSpc>
              </a:pPr>
              <a:r>
                <a:rPr lang="zh-CN" altLang="en-US" sz="1067" b="1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共享多功能网球车</a:t>
              </a:r>
              <a:endParaRPr lang="zh-CN" altLang="en-GB" sz="1067" b="1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grpSp>
          <p:nvGrpSpPr>
            <p:cNvPr id="58" name="组合 57"/>
            <p:cNvGrpSpPr/>
            <p:nvPr/>
          </p:nvGrpSpPr>
          <p:grpSpPr>
            <a:xfrm>
              <a:off x="3156334" y="9104488"/>
              <a:ext cx="1585465" cy="1415010"/>
              <a:chOff x="295615" y="7584325"/>
              <a:chExt cx="1585465" cy="1415010"/>
            </a:xfrm>
          </p:grpSpPr>
          <p:sp>
            <p:nvSpPr>
              <p:cNvPr id="47" name="矩形 46"/>
              <p:cNvSpPr/>
              <p:nvPr/>
            </p:nvSpPr>
            <p:spPr>
              <a:xfrm>
                <a:off x="474021" y="7668733"/>
                <a:ext cx="1350203" cy="124619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t" anchorCtr="0">
                <a:noAutofit/>
              </a:bodyPr>
              <a:lstStyle/>
              <a:p>
                <a:pPr defTabSz="514350">
                  <a:lnSpc>
                    <a:spcPct val="120000"/>
                  </a:lnSpc>
                  <a:spcBef>
                    <a:spcPct val="0"/>
                  </a:spcBef>
                </a:pPr>
                <a:r>
                  <a:rPr lang="zh-CN" altLang="en-US" sz="1125" b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+mn-ea"/>
                    <a:sym typeface="+mn-lt"/>
                  </a:rPr>
                  <a:t>价值主张方案：</a:t>
                </a:r>
                <a:endParaRPr lang="en-US" altLang="zh-CN" sz="1125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ea"/>
                  <a:sym typeface="+mn-lt"/>
                </a:endParaRPr>
              </a:p>
              <a:p>
                <a:pPr defTabSz="514350">
                  <a:lnSpc>
                    <a:spcPct val="120000"/>
                  </a:lnSpc>
                  <a:spcBef>
                    <a:spcPct val="0"/>
                  </a:spcBef>
                </a:pPr>
                <a:r>
                  <a:rPr lang="en-US" altLang="zh-CN" sz="1125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+mn-ea"/>
                    <a:sym typeface="+mn-lt"/>
                  </a:rPr>
                  <a:t>1.</a:t>
                </a:r>
                <a:r>
                  <a:rPr lang="zh-CN" altLang="en-US" sz="1125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+mn-ea"/>
                    <a:sym typeface="+mn-lt"/>
                  </a:rPr>
                  <a:t>网球发球捡球车</a:t>
                </a:r>
                <a:endParaRPr lang="en-US" altLang="zh-CN" sz="1125">
                  <a:solidFill>
                    <a:schemeClr val="tx1">
                      <a:lumMod val="75000"/>
                      <a:lumOff val="25000"/>
                    </a:scheme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ea"/>
                  <a:sym typeface="+mn-lt"/>
                </a:endParaRPr>
              </a:p>
              <a:p>
                <a:pPr defTabSz="514350">
                  <a:lnSpc>
                    <a:spcPct val="120000"/>
                  </a:lnSpc>
                  <a:spcBef>
                    <a:spcPct val="0"/>
                  </a:spcBef>
                </a:pPr>
                <a:r>
                  <a:rPr lang="en-US" altLang="zh-CN" sz="1125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+mn-ea"/>
                    <a:sym typeface="+mn-lt"/>
                  </a:rPr>
                  <a:t>2.app</a:t>
                </a:r>
                <a:r>
                  <a:rPr lang="zh-CN" altLang="en-US" sz="1125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+mn-ea"/>
                    <a:sym typeface="+mn-lt"/>
                  </a:rPr>
                  <a:t>共享器材</a:t>
                </a:r>
                <a:endParaRPr lang="en-US" altLang="zh-CN" sz="1125">
                  <a:solidFill>
                    <a:schemeClr val="tx1">
                      <a:lumMod val="75000"/>
                      <a:lumOff val="25000"/>
                    </a:scheme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ea"/>
                  <a:sym typeface="+mn-lt"/>
                </a:endParaRPr>
              </a:p>
              <a:p>
                <a:pPr defTabSz="514350">
                  <a:lnSpc>
                    <a:spcPct val="120000"/>
                  </a:lnSpc>
                  <a:spcBef>
                    <a:spcPct val="0"/>
                  </a:spcBef>
                </a:pPr>
                <a:r>
                  <a:rPr lang="en-US" altLang="zh-CN" sz="1125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+mn-ea"/>
                    <a:sym typeface="+mn-lt"/>
                  </a:rPr>
                  <a:t>3.</a:t>
                </a:r>
                <a:r>
                  <a:rPr lang="zh-CN" altLang="en-US" sz="1125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+mn-ea"/>
                    <a:sym typeface="+mn-lt"/>
                  </a:rPr>
                  <a:t>网球扫水车</a:t>
                </a:r>
                <a:endParaRPr lang="en-US" altLang="zh-CN" sz="1125">
                  <a:solidFill>
                    <a:schemeClr val="tx1">
                      <a:lumMod val="75000"/>
                      <a:lumOff val="25000"/>
                    </a:scheme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ea"/>
                  <a:sym typeface="+mn-lt"/>
                </a:endParaRPr>
              </a:p>
              <a:p>
                <a:pPr defTabSz="514350">
                  <a:lnSpc>
                    <a:spcPct val="120000"/>
                  </a:lnSpc>
                  <a:spcBef>
                    <a:spcPct val="0"/>
                  </a:spcBef>
                </a:pPr>
                <a:r>
                  <a:rPr lang="en-US" altLang="zh-CN" sz="1125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+mn-ea"/>
                    <a:sym typeface="+mn-lt"/>
                  </a:rPr>
                  <a:t>4.</a:t>
                </a:r>
                <a:r>
                  <a:rPr lang="zh-CN" altLang="en-US" sz="1125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+mn-ea"/>
                    <a:sym typeface="+mn-lt"/>
                  </a:rPr>
                  <a:t>打球拍摄服务</a:t>
                </a:r>
                <a:endParaRPr lang="en-US" altLang="zh-CN" sz="1125">
                  <a:solidFill>
                    <a:schemeClr val="tx1">
                      <a:lumMod val="75000"/>
                      <a:lumOff val="25000"/>
                    </a:scheme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ea"/>
                  <a:sym typeface="+mn-lt"/>
                </a:endParaRPr>
              </a:p>
              <a:p>
                <a:pPr defTabSz="514350">
                  <a:lnSpc>
                    <a:spcPct val="120000"/>
                  </a:lnSpc>
                  <a:spcBef>
                    <a:spcPct val="0"/>
                  </a:spcBef>
                </a:pPr>
                <a:r>
                  <a:rPr lang="en-US" altLang="zh-CN" sz="1125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+mn-ea"/>
                    <a:sym typeface="+mn-lt"/>
                  </a:rPr>
                  <a:t>5.App</a:t>
                </a:r>
                <a:r>
                  <a:rPr lang="zh-CN" altLang="en-US" sz="1125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+mn-ea"/>
                    <a:sym typeface="+mn-lt"/>
                  </a:rPr>
                  <a:t>网球技术指导</a:t>
                </a:r>
                <a:endParaRPr lang="en-US" altLang="zh-CN" sz="1125">
                  <a:solidFill>
                    <a:schemeClr val="tx1">
                      <a:lumMod val="75000"/>
                      <a:lumOff val="25000"/>
                    </a:scheme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ea"/>
                  <a:sym typeface="+mn-lt"/>
                </a:endParaRPr>
              </a:p>
            </p:txBody>
          </p:sp>
          <p:sp>
            <p:nvSpPr>
              <p:cNvPr id="53" name="圆角矩形 52"/>
              <p:cNvSpPr/>
              <p:nvPr/>
            </p:nvSpPr>
            <p:spPr>
              <a:xfrm>
                <a:off x="295615" y="7584325"/>
                <a:ext cx="1585465" cy="1415010"/>
              </a:xfrm>
              <a:prstGeom prst="roundRect">
                <a:avLst>
                  <a:gd name="adj" fmla="val 5387"/>
                </a:avLst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13"/>
              </a:p>
            </p:txBody>
          </p:sp>
        </p:grpSp>
        <p:grpSp>
          <p:nvGrpSpPr>
            <p:cNvPr id="56" name="组合 55"/>
            <p:cNvGrpSpPr/>
            <p:nvPr/>
          </p:nvGrpSpPr>
          <p:grpSpPr>
            <a:xfrm>
              <a:off x="650136" y="7097868"/>
              <a:ext cx="1944574" cy="1415010"/>
              <a:chOff x="4263190" y="7102052"/>
              <a:chExt cx="1944574" cy="1415010"/>
            </a:xfrm>
          </p:grpSpPr>
          <p:sp>
            <p:nvSpPr>
              <p:cNvPr id="46" name="矩形 45"/>
              <p:cNvSpPr/>
              <p:nvPr/>
            </p:nvSpPr>
            <p:spPr>
              <a:xfrm>
                <a:off x="4314758" y="7186509"/>
                <a:ext cx="1893006" cy="124619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t" anchorCtr="0">
                <a:noAutofit/>
              </a:bodyPr>
              <a:lstStyle/>
              <a:p>
                <a:pPr defTabSz="514350">
                  <a:lnSpc>
                    <a:spcPct val="120000"/>
                  </a:lnSpc>
                  <a:spcBef>
                    <a:spcPct val="0"/>
                  </a:spcBef>
                </a:pPr>
                <a:r>
                  <a:rPr lang="zh-CN" altLang="en-US" sz="1125" b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+mn-ea"/>
                    <a:sym typeface="+mn-lt"/>
                  </a:rPr>
                  <a:t>收益创造方案：</a:t>
                </a:r>
                <a:endParaRPr lang="en-US" altLang="zh-CN" sz="1125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ea"/>
                  <a:sym typeface="+mn-lt"/>
                </a:endParaRPr>
              </a:p>
              <a:p>
                <a:pPr defTabSz="514350">
                  <a:lnSpc>
                    <a:spcPct val="120000"/>
                  </a:lnSpc>
                  <a:spcBef>
                    <a:spcPct val="0"/>
                  </a:spcBef>
                </a:pPr>
                <a:r>
                  <a:rPr lang="en-US" altLang="zh-CN" sz="1125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+mn-ea"/>
                    <a:sym typeface="+mn-lt"/>
                  </a:rPr>
                  <a:t>1.</a:t>
                </a:r>
                <a:r>
                  <a:rPr lang="zh-CN" altLang="en-US" sz="1125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+mn-ea"/>
                    <a:sym typeface="+mn-lt"/>
                  </a:rPr>
                  <a:t>技术提升难</a:t>
                </a:r>
                <a:r>
                  <a:rPr lang="en-US" altLang="zh-CN" sz="1125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+mn-ea"/>
                    <a:sym typeface="+mn-lt"/>
                  </a:rPr>
                  <a:t>---</a:t>
                </a:r>
                <a:r>
                  <a:rPr lang="zh-CN" altLang="en-US" sz="1125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+mn-ea"/>
                    <a:sym typeface="+mn-lt"/>
                  </a:rPr>
                  <a:t>摄像动作指导</a:t>
                </a:r>
                <a:r>
                  <a:rPr lang="en-US" altLang="zh-CN" sz="1125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+mn-ea"/>
                    <a:sym typeface="+mn-lt"/>
                  </a:rPr>
                  <a:t>/</a:t>
                </a:r>
                <a:r>
                  <a:rPr lang="zh-CN" altLang="en-US" sz="1125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+mn-ea"/>
                    <a:sym typeface="+mn-lt"/>
                  </a:rPr>
                  <a:t>陪练机器</a:t>
                </a:r>
                <a:r>
                  <a:rPr lang="en-US" altLang="zh-CN" sz="1125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+mn-ea"/>
                    <a:sym typeface="+mn-lt"/>
                  </a:rPr>
                  <a:t>/App</a:t>
                </a:r>
                <a:r>
                  <a:rPr lang="zh-CN" altLang="en-US" sz="1125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+mn-ea"/>
                    <a:sym typeface="+mn-lt"/>
                  </a:rPr>
                  <a:t>推送视频</a:t>
                </a:r>
                <a:endParaRPr lang="en-US" altLang="zh-CN" sz="1125">
                  <a:solidFill>
                    <a:schemeClr val="tx1">
                      <a:lumMod val="75000"/>
                      <a:lumOff val="25000"/>
                    </a:scheme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ea"/>
                  <a:sym typeface="+mn-lt"/>
                </a:endParaRPr>
              </a:p>
              <a:p>
                <a:pPr defTabSz="514350">
                  <a:lnSpc>
                    <a:spcPct val="120000"/>
                  </a:lnSpc>
                  <a:spcBef>
                    <a:spcPct val="0"/>
                  </a:spcBef>
                </a:pPr>
                <a:r>
                  <a:rPr lang="en-US" altLang="zh-CN" sz="1125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+mn-ea"/>
                    <a:sym typeface="+mn-lt"/>
                  </a:rPr>
                  <a:t>2.</a:t>
                </a:r>
                <a:r>
                  <a:rPr lang="zh-CN" altLang="en-US" sz="1125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+mn-ea"/>
                    <a:sym typeface="+mn-lt"/>
                  </a:rPr>
                  <a:t>教练费用高</a:t>
                </a:r>
                <a:r>
                  <a:rPr lang="en-US" altLang="zh-CN" sz="1125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+mn-ea"/>
                    <a:sym typeface="+mn-lt"/>
                  </a:rPr>
                  <a:t>---</a:t>
                </a:r>
                <a:r>
                  <a:rPr lang="zh-CN" altLang="en-US" sz="1125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+mn-ea"/>
                    <a:sym typeface="+mn-lt"/>
                  </a:rPr>
                  <a:t>提高单位时间练球效率</a:t>
                </a:r>
                <a:r>
                  <a:rPr lang="en-US" altLang="zh-CN" sz="1125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+mn-ea"/>
                    <a:sym typeface="+mn-lt"/>
                  </a:rPr>
                  <a:t>(</a:t>
                </a:r>
                <a:r>
                  <a:rPr lang="zh-CN" altLang="en-US" sz="1125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+mn-ea"/>
                    <a:sym typeface="+mn-lt"/>
                  </a:rPr>
                  <a:t>节约捡球时间</a:t>
                </a:r>
                <a:r>
                  <a:rPr lang="en-US" altLang="zh-CN" sz="1125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+mn-ea"/>
                    <a:sym typeface="+mn-lt"/>
                  </a:rPr>
                  <a:t>)</a:t>
                </a:r>
              </a:p>
              <a:p>
                <a:pPr defTabSz="514350">
                  <a:lnSpc>
                    <a:spcPct val="120000"/>
                  </a:lnSpc>
                  <a:spcBef>
                    <a:spcPct val="0"/>
                  </a:spcBef>
                </a:pPr>
                <a:r>
                  <a:rPr lang="en-US" altLang="zh-CN" sz="1125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+mn-ea"/>
                    <a:sym typeface="+mn-lt"/>
                  </a:rPr>
                  <a:t>3.</a:t>
                </a:r>
                <a:r>
                  <a:rPr lang="zh-CN" altLang="en-US" sz="1125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+mn-ea"/>
                    <a:sym typeface="+mn-lt"/>
                  </a:rPr>
                  <a:t>获取打球照片</a:t>
                </a:r>
              </a:p>
            </p:txBody>
          </p:sp>
          <p:sp>
            <p:nvSpPr>
              <p:cNvPr id="54" name="圆角矩形 53"/>
              <p:cNvSpPr/>
              <p:nvPr/>
            </p:nvSpPr>
            <p:spPr>
              <a:xfrm>
                <a:off x="4263190" y="7102052"/>
                <a:ext cx="1944574" cy="1415010"/>
              </a:xfrm>
              <a:prstGeom prst="roundRect">
                <a:avLst>
                  <a:gd name="adj" fmla="val 5387"/>
                </a:avLst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13"/>
              </a:p>
            </p:txBody>
          </p:sp>
        </p:grpSp>
        <p:grpSp>
          <p:nvGrpSpPr>
            <p:cNvPr id="57" name="组合 56"/>
            <p:cNvGrpSpPr/>
            <p:nvPr/>
          </p:nvGrpSpPr>
          <p:grpSpPr>
            <a:xfrm>
              <a:off x="5277452" y="7351153"/>
              <a:ext cx="1967813" cy="1025873"/>
              <a:chOff x="4263189" y="8862201"/>
              <a:chExt cx="1967813" cy="1025873"/>
            </a:xfrm>
          </p:grpSpPr>
          <p:sp>
            <p:nvSpPr>
              <p:cNvPr id="45" name="矩形 44"/>
              <p:cNvSpPr/>
              <p:nvPr/>
            </p:nvSpPr>
            <p:spPr>
              <a:xfrm>
                <a:off x="4329997" y="8954610"/>
                <a:ext cx="1901005" cy="8444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t" anchorCtr="0">
                <a:noAutofit/>
              </a:bodyPr>
              <a:lstStyle/>
              <a:p>
                <a:pPr defTabSz="514350">
                  <a:lnSpc>
                    <a:spcPct val="120000"/>
                  </a:lnSpc>
                  <a:spcBef>
                    <a:spcPct val="0"/>
                  </a:spcBef>
                </a:pPr>
                <a:r>
                  <a:rPr lang="zh-CN" altLang="en-US" sz="1125" b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+mn-ea"/>
                    <a:sym typeface="+mn-lt"/>
                  </a:rPr>
                  <a:t>痛点解决方案：</a:t>
                </a:r>
                <a:endParaRPr lang="en-US" altLang="zh-CN" sz="1125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ea"/>
                  <a:sym typeface="+mn-lt"/>
                </a:endParaRPr>
              </a:p>
              <a:p>
                <a:pPr defTabSz="514350">
                  <a:lnSpc>
                    <a:spcPct val="120000"/>
                  </a:lnSpc>
                  <a:spcBef>
                    <a:spcPct val="0"/>
                  </a:spcBef>
                </a:pPr>
                <a:r>
                  <a:rPr lang="en-US" altLang="zh-CN" sz="1125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+mn-ea"/>
                    <a:sym typeface="+mn-lt"/>
                  </a:rPr>
                  <a:t>1.</a:t>
                </a:r>
                <a:r>
                  <a:rPr lang="zh-CN" altLang="en-US" sz="1125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+mn-ea"/>
                    <a:sym typeface="+mn-lt"/>
                  </a:rPr>
                  <a:t>捡球累</a:t>
                </a:r>
                <a:r>
                  <a:rPr lang="en-US" altLang="zh-CN" sz="1125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+mn-ea"/>
                    <a:sym typeface="+mn-lt"/>
                  </a:rPr>
                  <a:t>-----</a:t>
                </a:r>
                <a:r>
                  <a:rPr lang="zh-CN" altLang="en-US" sz="1125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+mn-ea"/>
                    <a:sym typeface="+mn-lt"/>
                  </a:rPr>
                  <a:t>自动捡球机器</a:t>
                </a:r>
                <a:endParaRPr lang="en-US" altLang="zh-CN" sz="1125">
                  <a:solidFill>
                    <a:schemeClr val="tx1">
                      <a:lumMod val="75000"/>
                      <a:lumOff val="25000"/>
                    </a:scheme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ea"/>
                  <a:sym typeface="+mn-lt"/>
                </a:endParaRPr>
              </a:p>
              <a:p>
                <a:pPr defTabSz="514350">
                  <a:lnSpc>
                    <a:spcPct val="120000"/>
                  </a:lnSpc>
                  <a:spcBef>
                    <a:spcPct val="0"/>
                  </a:spcBef>
                </a:pPr>
                <a:r>
                  <a:rPr lang="en-US" altLang="zh-CN" sz="1125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+mn-ea"/>
                    <a:sym typeface="+mn-lt"/>
                  </a:rPr>
                  <a:t>2.</a:t>
                </a:r>
                <a:r>
                  <a:rPr lang="zh-CN" altLang="en-US" sz="1125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+mn-ea"/>
                    <a:sym typeface="+mn-lt"/>
                  </a:rPr>
                  <a:t>使用器材贵</a:t>
                </a:r>
                <a:r>
                  <a:rPr lang="en-US" altLang="zh-CN" sz="1125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+mn-ea"/>
                    <a:sym typeface="+mn-lt"/>
                  </a:rPr>
                  <a:t>-</a:t>
                </a:r>
                <a:r>
                  <a:rPr lang="zh-CN" altLang="en-US" sz="1125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+mn-ea"/>
                    <a:sym typeface="+mn-lt"/>
                  </a:rPr>
                  <a:t>共享</a:t>
                </a:r>
                <a:endParaRPr lang="en-US" altLang="zh-CN" sz="1125">
                  <a:solidFill>
                    <a:schemeClr val="tx1">
                      <a:lumMod val="75000"/>
                      <a:lumOff val="25000"/>
                    </a:scheme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ea"/>
                  <a:sym typeface="+mn-lt"/>
                </a:endParaRPr>
              </a:p>
              <a:p>
                <a:pPr defTabSz="514350">
                  <a:lnSpc>
                    <a:spcPct val="120000"/>
                  </a:lnSpc>
                  <a:spcBef>
                    <a:spcPct val="0"/>
                  </a:spcBef>
                </a:pPr>
                <a:r>
                  <a:rPr lang="en-US" altLang="zh-CN" sz="1125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+mn-ea"/>
                    <a:sym typeface="+mn-lt"/>
                  </a:rPr>
                  <a:t>3.</a:t>
                </a:r>
                <a:r>
                  <a:rPr lang="zh-CN" altLang="en-US" sz="1125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+mn-ea"/>
                    <a:sym typeface="+mn-lt"/>
                  </a:rPr>
                  <a:t>扫水麻烦</a:t>
                </a:r>
                <a:r>
                  <a:rPr lang="en-US" altLang="zh-CN" sz="1125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+mn-ea"/>
                    <a:sym typeface="+mn-lt"/>
                  </a:rPr>
                  <a:t>---</a:t>
                </a:r>
                <a:r>
                  <a:rPr lang="zh-CN" altLang="en-US" sz="1125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+mn-ea"/>
                    <a:sym typeface="+mn-lt"/>
                  </a:rPr>
                  <a:t>自动扫水机器</a:t>
                </a:r>
                <a:endParaRPr lang="en-US" altLang="zh-CN" sz="1125">
                  <a:solidFill>
                    <a:schemeClr val="tx1">
                      <a:lumMod val="75000"/>
                      <a:lumOff val="25000"/>
                    </a:scheme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ea"/>
                  <a:sym typeface="+mn-lt"/>
                </a:endParaRPr>
              </a:p>
            </p:txBody>
          </p:sp>
          <p:sp>
            <p:nvSpPr>
              <p:cNvPr id="55" name="圆角矩形 54"/>
              <p:cNvSpPr/>
              <p:nvPr/>
            </p:nvSpPr>
            <p:spPr>
              <a:xfrm>
                <a:off x="4263189" y="8862201"/>
                <a:ext cx="1952573" cy="1025873"/>
              </a:xfrm>
              <a:prstGeom prst="roundRect">
                <a:avLst>
                  <a:gd name="adj" fmla="val 5387"/>
                </a:avLst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13"/>
              </a:p>
            </p:txBody>
          </p:sp>
        </p:grpSp>
        <p:cxnSp>
          <p:nvCxnSpPr>
            <p:cNvPr id="59" name="直接箭头连接符 58"/>
            <p:cNvCxnSpPr>
              <a:stCxn id="41" idx="1"/>
              <a:endCxn id="53" idx="0"/>
            </p:cNvCxnSpPr>
            <p:nvPr/>
          </p:nvCxnSpPr>
          <p:spPr>
            <a:xfrm flipH="1">
              <a:off x="3949067" y="8770125"/>
              <a:ext cx="1" cy="33436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箭头连接符 62"/>
            <p:cNvCxnSpPr/>
            <p:nvPr/>
          </p:nvCxnSpPr>
          <p:spPr>
            <a:xfrm>
              <a:off x="4919784" y="7443562"/>
              <a:ext cx="264405" cy="22874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箭头连接符 63"/>
            <p:cNvCxnSpPr/>
            <p:nvPr/>
          </p:nvCxnSpPr>
          <p:spPr>
            <a:xfrm flipH="1">
              <a:off x="2659460" y="7443562"/>
              <a:ext cx="310386" cy="22874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椭圆 81"/>
            <p:cNvSpPr/>
            <p:nvPr/>
          </p:nvSpPr>
          <p:spPr>
            <a:xfrm>
              <a:off x="3087015" y="4896945"/>
              <a:ext cx="1766715" cy="172178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83" name="上弧形箭头 82"/>
            <p:cNvSpPr/>
            <p:nvPr/>
          </p:nvSpPr>
          <p:spPr>
            <a:xfrm rot="5400000">
              <a:off x="4571650" y="6482532"/>
              <a:ext cx="1117425" cy="441871"/>
            </a:xfrm>
            <a:prstGeom prst="curvedDownArrow">
              <a:avLst>
                <a:gd name="adj1" fmla="val 38307"/>
                <a:gd name="adj2" fmla="val 65459"/>
                <a:gd name="adj3" fmla="val 23824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4" name="上弧形箭头 83"/>
            <p:cNvSpPr/>
            <p:nvPr/>
          </p:nvSpPr>
          <p:spPr>
            <a:xfrm rot="16200000" flipH="1">
              <a:off x="2233803" y="6461778"/>
              <a:ext cx="1117425" cy="441871"/>
            </a:xfrm>
            <a:prstGeom prst="curvedDownArrow">
              <a:avLst>
                <a:gd name="adj1" fmla="val 38307"/>
                <a:gd name="adj2" fmla="val 65459"/>
                <a:gd name="adj3" fmla="val 23824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965323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1753</TotalTime>
  <Words>636</Words>
  <Application>Microsoft Office PowerPoint</Application>
  <PresentationFormat>自定义</PresentationFormat>
  <Paragraphs>161</Paragraphs>
  <Slides>6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6" baseType="lpstr">
      <vt:lpstr>等线</vt:lpstr>
      <vt:lpstr>等线 Light</vt:lpstr>
      <vt:lpstr>黑体</vt:lpstr>
      <vt:lpstr>宋体</vt:lpstr>
      <vt:lpstr>微软雅黑</vt:lpstr>
      <vt:lpstr>Arial</vt:lpstr>
      <vt:lpstr>Calibri</vt:lpstr>
      <vt:lpstr>Calibri Light</vt:lpstr>
      <vt:lpstr>Office 主题​​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Ben</dc:creator>
  <cp:lastModifiedBy>Ben</cp:lastModifiedBy>
  <cp:revision>92</cp:revision>
  <dcterms:created xsi:type="dcterms:W3CDTF">2023-10-23T16:14:57Z</dcterms:created>
  <dcterms:modified xsi:type="dcterms:W3CDTF">2023-11-02T09:48:10Z</dcterms:modified>
</cp:coreProperties>
</file>